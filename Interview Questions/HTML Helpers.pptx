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5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ood Nazeer" userId="a98621622b342248" providerId="LiveId" clId="{83618CD0-0D8A-47B1-930D-6B2DA0031BED}"/>
    <pc:docChg chg="custSel addSld delSld modSld sldOrd">
      <pc:chgData name="Anood Nazeer" userId="a98621622b342248" providerId="LiveId" clId="{83618CD0-0D8A-47B1-930D-6B2DA0031BED}" dt="2025-07-12T16:52:56.135" v="314"/>
      <pc:docMkLst>
        <pc:docMk/>
      </pc:docMkLst>
      <pc:sldChg chg="modSp new mod">
        <pc:chgData name="Anood Nazeer" userId="a98621622b342248" providerId="LiveId" clId="{83618CD0-0D8A-47B1-930D-6B2DA0031BED}" dt="2025-07-08T17:28:40.974" v="34" actId="255"/>
        <pc:sldMkLst>
          <pc:docMk/>
          <pc:sldMk cId="2296357369" sldId="256"/>
        </pc:sldMkLst>
        <pc:spChg chg="mod">
          <ac:chgData name="Anood Nazeer" userId="a98621622b342248" providerId="LiveId" clId="{83618CD0-0D8A-47B1-930D-6B2DA0031BED}" dt="2025-07-08T17:28:40.974" v="34" actId="255"/>
          <ac:spMkLst>
            <pc:docMk/>
            <pc:sldMk cId="2296357369" sldId="256"/>
            <ac:spMk id="2" creationId="{5FAFDD11-9EE8-476E-AFC9-5F8DFBB81F21}"/>
          </ac:spMkLst>
        </pc:spChg>
        <pc:spChg chg="mod">
          <ac:chgData name="Anood Nazeer" userId="a98621622b342248" providerId="LiveId" clId="{83618CD0-0D8A-47B1-930D-6B2DA0031BED}" dt="2025-07-08T17:28:30.316" v="33"/>
          <ac:spMkLst>
            <pc:docMk/>
            <pc:sldMk cId="2296357369" sldId="256"/>
            <ac:spMk id="3" creationId="{59C2905A-77E4-4BD4-9C43-A2EB963CEE33}"/>
          </ac:spMkLst>
        </pc:spChg>
      </pc:sldChg>
      <pc:sldChg chg="addSp delSp modSp new mod modClrScheme chgLayout">
        <pc:chgData name="Anood Nazeer" userId="a98621622b342248" providerId="LiveId" clId="{83618CD0-0D8A-47B1-930D-6B2DA0031BED}" dt="2025-07-08T17:31:53.678" v="42" actId="255"/>
        <pc:sldMkLst>
          <pc:docMk/>
          <pc:sldMk cId="1773601556" sldId="257"/>
        </pc:sldMkLst>
        <pc:spChg chg="del mod ord">
          <ac:chgData name="Anood Nazeer" userId="a98621622b342248" providerId="LiveId" clId="{83618CD0-0D8A-47B1-930D-6B2DA0031BED}" dt="2025-07-08T17:29:27.514" v="36" actId="700"/>
          <ac:spMkLst>
            <pc:docMk/>
            <pc:sldMk cId="1773601556" sldId="257"/>
            <ac:spMk id="2" creationId="{36859032-C4C3-41B9-8588-047F3920D562}"/>
          </ac:spMkLst>
        </pc:spChg>
        <pc:spChg chg="del mod ord">
          <ac:chgData name="Anood Nazeer" userId="a98621622b342248" providerId="LiveId" clId="{83618CD0-0D8A-47B1-930D-6B2DA0031BED}" dt="2025-07-08T17:29:27.514" v="36" actId="700"/>
          <ac:spMkLst>
            <pc:docMk/>
            <pc:sldMk cId="1773601556" sldId="257"/>
            <ac:spMk id="3" creationId="{B2A83883-0B97-4AE3-BDDB-C28C454C72E3}"/>
          </ac:spMkLst>
        </pc:spChg>
        <pc:spChg chg="add mod ord">
          <ac:chgData name="Anood Nazeer" userId="a98621622b342248" providerId="LiveId" clId="{83618CD0-0D8A-47B1-930D-6B2DA0031BED}" dt="2025-07-08T17:30:29.790" v="40" actId="14100"/>
          <ac:spMkLst>
            <pc:docMk/>
            <pc:sldMk cId="1773601556" sldId="257"/>
            <ac:spMk id="4" creationId="{A57FD68B-6804-4DC7-9D59-1DFD624B420C}"/>
          </ac:spMkLst>
        </pc:spChg>
        <pc:spChg chg="add mod ord">
          <ac:chgData name="Anood Nazeer" userId="a98621622b342248" providerId="LiveId" clId="{83618CD0-0D8A-47B1-930D-6B2DA0031BED}" dt="2025-07-08T17:31:53.678" v="42" actId="255"/>
          <ac:spMkLst>
            <pc:docMk/>
            <pc:sldMk cId="1773601556" sldId="257"/>
            <ac:spMk id="5" creationId="{9BB010FE-1C89-471D-858A-B8682749CCA4}"/>
          </ac:spMkLst>
        </pc:spChg>
      </pc:sldChg>
      <pc:sldChg chg="addSp delSp modSp new mod">
        <pc:chgData name="Anood Nazeer" userId="a98621622b342248" providerId="LiveId" clId="{83618CD0-0D8A-47B1-930D-6B2DA0031BED}" dt="2025-07-08T17:33:36.091" v="64"/>
        <pc:sldMkLst>
          <pc:docMk/>
          <pc:sldMk cId="3494469001" sldId="258"/>
        </pc:sldMkLst>
        <pc:spChg chg="mod">
          <ac:chgData name="Anood Nazeer" userId="a98621622b342248" providerId="LiveId" clId="{83618CD0-0D8A-47B1-930D-6B2DA0031BED}" dt="2025-07-08T17:33:27.996" v="63" actId="14100"/>
          <ac:spMkLst>
            <pc:docMk/>
            <pc:sldMk cId="3494469001" sldId="258"/>
            <ac:spMk id="2" creationId="{A12D681A-59C8-48C4-949A-C6BFD4B8D2DA}"/>
          </ac:spMkLst>
        </pc:spChg>
        <pc:spChg chg="del">
          <ac:chgData name="Anood Nazeer" userId="a98621622b342248" providerId="LiveId" clId="{83618CD0-0D8A-47B1-930D-6B2DA0031BED}" dt="2025-07-08T17:32:28.905" v="44"/>
          <ac:spMkLst>
            <pc:docMk/>
            <pc:sldMk cId="3494469001" sldId="258"/>
            <ac:spMk id="3" creationId="{23A0CAE1-6955-4F9D-A9CC-8276FDDBB80B}"/>
          </ac:spMkLst>
        </pc:spChg>
        <pc:spChg chg="add mod">
          <ac:chgData name="Anood Nazeer" userId="a98621622b342248" providerId="LiveId" clId="{83618CD0-0D8A-47B1-930D-6B2DA0031BED}" dt="2025-07-08T17:33:36.091" v="64"/>
          <ac:spMkLst>
            <pc:docMk/>
            <pc:sldMk cId="3494469001" sldId="258"/>
            <ac:spMk id="4" creationId="{19944AE4-76B9-43CD-BEF6-3AC351F50CBB}"/>
          </ac:spMkLst>
        </pc:spChg>
      </pc:sldChg>
      <pc:sldChg chg="modSp new mod">
        <pc:chgData name="Anood Nazeer" userId="a98621622b342248" providerId="LiveId" clId="{83618CD0-0D8A-47B1-930D-6B2DA0031BED}" dt="2025-07-08T17:35:21.274" v="71" actId="255"/>
        <pc:sldMkLst>
          <pc:docMk/>
          <pc:sldMk cId="2617404100" sldId="259"/>
        </pc:sldMkLst>
        <pc:spChg chg="mod">
          <ac:chgData name="Anood Nazeer" userId="a98621622b342248" providerId="LiveId" clId="{83618CD0-0D8A-47B1-930D-6B2DA0031BED}" dt="2025-07-08T17:35:05.153" v="69" actId="14100"/>
          <ac:spMkLst>
            <pc:docMk/>
            <pc:sldMk cId="2617404100" sldId="259"/>
            <ac:spMk id="2" creationId="{BF750642-EF08-425D-8EC4-CA026F8E83E8}"/>
          </ac:spMkLst>
        </pc:spChg>
        <pc:spChg chg="mod">
          <ac:chgData name="Anood Nazeer" userId="a98621622b342248" providerId="LiveId" clId="{83618CD0-0D8A-47B1-930D-6B2DA0031BED}" dt="2025-07-08T17:35:21.274" v="71" actId="255"/>
          <ac:spMkLst>
            <pc:docMk/>
            <pc:sldMk cId="2617404100" sldId="259"/>
            <ac:spMk id="3" creationId="{54183BE1-2DD9-43F8-B974-228CA667D2B7}"/>
          </ac:spMkLst>
        </pc:spChg>
      </pc:sldChg>
      <pc:sldChg chg="addSp delSp modSp new mod">
        <pc:chgData name="Anood Nazeer" userId="a98621622b342248" providerId="LiveId" clId="{83618CD0-0D8A-47B1-930D-6B2DA0031BED}" dt="2025-07-08T17:40:11.043" v="82" actId="1076"/>
        <pc:sldMkLst>
          <pc:docMk/>
          <pc:sldMk cId="473735955" sldId="260"/>
        </pc:sldMkLst>
        <pc:spChg chg="mod">
          <ac:chgData name="Anood Nazeer" userId="a98621622b342248" providerId="LiveId" clId="{83618CD0-0D8A-47B1-930D-6B2DA0031BED}" dt="2025-07-08T17:38:44.562" v="74" actId="255"/>
          <ac:spMkLst>
            <pc:docMk/>
            <pc:sldMk cId="473735955" sldId="260"/>
            <ac:spMk id="2" creationId="{F059282A-1B7F-4B29-9C5A-5795FAE58754}"/>
          </ac:spMkLst>
        </pc:spChg>
        <pc:spChg chg="del">
          <ac:chgData name="Anood Nazeer" userId="a98621622b342248" providerId="LiveId" clId="{83618CD0-0D8A-47B1-930D-6B2DA0031BED}" dt="2025-07-08T17:38:54.677" v="75"/>
          <ac:spMkLst>
            <pc:docMk/>
            <pc:sldMk cId="473735955" sldId="260"/>
            <ac:spMk id="3" creationId="{1DC2D3E5-677D-4900-B3A4-B69314585481}"/>
          </ac:spMkLst>
        </pc:spChg>
        <pc:spChg chg="add mod">
          <ac:chgData name="Anood Nazeer" userId="a98621622b342248" providerId="LiveId" clId="{83618CD0-0D8A-47B1-930D-6B2DA0031BED}" dt="2025-07-08T17:40:11.043" v="82" actId="1076"/>
          <ac:spMkLst>
            <pc:docMk/>
            <pc:sldMk cId="473735955" sldId="260"/>
            <ac:spMk id="4" creationId="{96A783C5-13D4-434B-9C25-A64C74C4D97A}"/>
          </ac:spMkLst>
        </pc:spChg>
      </pc:sldChg>
      <pc:sldChg chg="modSp new mod">
        <pc:chgData name="Anood Nazeer" userId="a98621622b342248" providerId="LiveId" clId="{83618CD0-0D8A-47B1-930D-6B2DA0031BED}" dt="2025-07-08T17:41:32.892" v="87" actId="255"/>
        <pc:sldMkLst>
          <pc:docMk/>
          <pc:sldMk cId="3588445487" sldId="261"/>
        </pc:sldMkLst>
        <pc:spChg chg="mod">
          <ac:chgData name="Anood Nazeer" userId="a98621622b342248" providerId="LiveId" clId="{83618CD0-0D8A-47B1-930D-6B2DA0031BED}" dt="2025-07-08T17:40:49.005" v="85" actId="255"/>
          <ac:spMkLst>
            <pc:docMk/>
            <pc:sldMk cId="3588445487" sldId="261"/>
            <ac:spMk id="2" creationId="{065B812F-A878-40DD-AEAD-EC324CEEE7D8}"/>
          </ac:spMkLst>
        </pc:spChg>
        <pc:spChg chg="mod">
          <ac:chgData name="Anood Nazeer" userId="a98621622b342248" providerId="LiveId" clId="{83618CD0-0D8A-47B1-930D-6B2DA0031BED}" dt="2025-07-08T17:41:32.892" v="87" actId="255"/>
          <ac:spMkLst>
            <pc:docMk/>
            <pc:sldMk cId="3588445487" sldId="261"/>
            <ac:spMk id="3" creationId="{FF8A39A8-D685-4C3B-B617-444FD56AAB3F}"/>
          </ac:spMkLst>
        </pc:spChg>
      </pc:sldChg>
      <pc:sldChg chg="addSp delSp modSp new mod">
        <pc:chgData name="Anood Nazeer" userId="a98621622b342248" providerId="LiveId" clId="{83618CD0-0D8A-47B1-930D-6B2DA0031BED}" dt="2025-07-08T17:44:50.104" v="104" actId="14100"/>
        <pc:sldMkLst>
          <pc:docMk/>
          <pc:sldMk cId="2192730351" sldId="262"/>
        </pc:sldMkLst>
        <pc:spChg chg="mod">
          <ac:chgData name="Anood Nazeer" userId="a98621622b342248" providerId="LiveId" clId="{83618CD0-0D8A-47B1-930D-6B2DA0031BED}" dt="2025-07-08T17:43:10.912" v="90" actId="255"/>
          <ac:spMkLst>
            <pc:docMk/>
            <pc:sldMk cId="2192730351" sldId="262"/>
            <ac:spMk id="2" creationId="{5E3F0D15-7313-4A0D-8D3F-DCA89D595F14}"/>
          </ac:spMkLst>
        </pc:spChg>
        <pc:spChg chg="del">
          <ac:chgData name="Anood Nazeer" userId="a98621622b342248" providerId="LiveId" clId="{83618CD0-0D8A-47B1-930D-6B2DA0031BED}" dt="2025-07-08T17:43:21.980" v="91"/>
          <ac:spMkLst>
            <pc:docMk/>
            <pc:sldMk cId="2192730351" sldId="262"/>
            <ac:spMk id="3" creationId="{35E40DEC-6890-44C1-AB8E-97355118031B}"/>
          </ac:spMkLst>
        </pc:spChg>
        <pc:spChg chg="add mod">
          <ac:chgData name="Anood Nazeer" userId="a98621622b342248" providerId="LiveId" clId="{83618CD0-0D8A-47B1-930D-6B2DA0031BED}" dt="2025-07-08T17:44:10.776" v="100" actId="14100"/>
          <ac:spMkLst>
            <pc:docMk/>
            <pc:sldMk cId="2192730351" sldId="262"/>
            <ac:spMk id="4" creationId="{9B8491A9-202B-4388-A4D2-E5BDC63D32C0}"/>
          </ac:spMkLst>
        </pc:spChg>
        <pc:picChg chg="add mod">
          <ac:chgData name="Anood Nazeer" userId="a98621622b342248" providerId="LiveId" clId="{83618CD0-0D8A-47B1-930D-6B2DA0031BED}" dt="2025-07-08T17:44:50.104" v="104" actId="14100"/>
          <ac:picMkLst>
            <pc:docMk/>
            <pc:sldMk cId="2192730351" sldId="262"/>
            <ac:picMk id="6" creationId="{D6DE12F5-05A7-45E2-987C-B9E311D4A2BE}"/>
          </ac:picMkLst>
        </pc:picChg>
      </pc:sldChg>
      <pc:sldChg chg="addSp delSp modSp new mod">
        <pc:chgData name="Anood Nazeer" userId="a98621622b342248" providerId="LiveId" clId="{83618CD0-0D8A-47B1-930D-6B2DA0031BED}" dt="2025-07-08T17:46:08.739" v="113" actId="14100"/>
        <pc:sldMkLst>
          <pc:docMk/>
          <pc:sldMk cId="2064191160" sldId="263"/>
        </pc:sldMkLst>
        <pc:spChg chg="del">
          <ac:chgData name="Anood Nazeer" userId="a98621622b342248" providerId="LiveId" clId="{83618CD0-0D8A-47B1-930D-6B2DA0031BED}" dt="2025-07-08T17:45:19.604" v="106"/>
          <ac:spMkLst>
            <pc:docMk/>
            <pc:sldMk cId="2064191160" sldId="263"/>
            <ac:spMk id="3" creationId="{477A949A-8066-4560-9CD6-5ACE27D3E84C}"/>
          </ac:spMkLst>
        </pc:spChg>
        <pc:spChg chg="add mod">
          <ac:chgData name="Anood Nazeer" userId="a98621622b342248" providerId="LiveId" clId="{83618CD0-0D8A-47B1-930D-6B2DA0031BED}" dt="2025-07-08T17:45:40.147" v="109" actId="1076"/>
          <ac:spMkLst>
            <pc:docMk/>
            <pc:sldMk cId="2064191160" sldId="263"/>
            <ac:spMk id="4" creationId="{91672DE5-BB29-4BFA-AECD-EAB64EB34CFD}"/>
          </ac:spMkLst>
        </pc:spChg>
        <pc:picChg chg="add mod">
          <ac:chgData name="Anood Nazeer" userId="a98621622b342248" providerId="LiveId" clId="{83618CD0-0D8A-47B1-930D-6B2DA0031BED}" dt="2025-07-08T17:46:08.739" v="113" actId="14100"/>
          <ac:picMkLst>
            <pc:docMk/>
            <pc:sldMk cId="2064191160" sldId="263"/>
            <ac:picMk id="6" creationId="{3C858FF3-7C5E-4BB4-8A8F-43B2E37F7F6A}"/>
          </ac:picMkLst>
        </pc:picChg>
      </pc:sldChg>
      <pc:sldChg chg="modSp new mod">
        <pc:chgData name="Anood Nazeer" userId="a98621622b342248" providerId="LiveId" clId="{83618CD0-0D8A-47B1-930D-6B2DA0031BED}" dt="2025-07-08T17:47:39.560" v="119" actId="255"/>
        <pc:sldMkLst>
          <pc:docMk/>
          <pc:sldMk cId="4212199749" sldId="264"/>
        </pc:sldMkLst>
        <pc:spChg chg="mod">
          <ac:chgData name="Anood Nazeer" userId="a98621622b342248" providerId="LiveId" clId="{83618CD0-0D8A-47B1-930D-6B2DA0031BED}" dt="2025-07-08T17:47:26.061" v="117" actId="255"/>
          <ac:spMkLst>
            <pc:docMk/>
            <pc:sldMk cId="4212199749" sldId="264"/>
            <ac:spMk id="2" creationId="{C43340EE-523A-4029-9B59-558CE7DDCCD8}"/>
          </ac:spMkLst>
        </pc:spChg>
        <pc:spChg chg="mod">
          <ac:chgData name="Anood Nazeer" userId="a98621622b342248" providerId="LiveId" clId="{83618CD0-0D8A-47B1-930D-6B2DA0031BED}" dt="2025-07-08T17:47:39.560" v="119" actId="255"/>
          <ac:spMkLst>
            <pc:docMk/>
            <pc:sldMk cId="4212199749" sldId="264"/>
            <ac:spMk id="3" creationId="{DCE27375-A7A5-4C83-9C92-61ABB6893930}"/>
          </ac:spMkLst>
        </pc:spChg>
      </pc:sldChg>
      <pc:sldChg chg="addSp delSp modSp new mod">
        <pc:chgData name="Anood Nazeer" userId="a98621622b342248" providerId="LiveId" clId="{83618CD0-0D8A-47B1-930D-6B2DA0031BED}" dt="2025-07-08T17:48:42.623" v="129" actId="1076"/>
        <pc:sldMkLst>
          <pc:docMk/>
          <pc:sldMk cId="3822954174" sldId="265"/>
        </pc:sldMkLst>
        <pc:spChg chg="mod">
          <ac:chgData name="Anood Nazeer" userId="a98621622b342248" providerId="LiveId" clId="{83618CD0-0D8A-47B1-930D-6B2DA0031BED}" dt="2025-07-08T17:47:57.207" v="123" actId="255"/>
          <ac:spMkLst>
            <pc:docMk/>
            <pc:sldMk cId="3822954174" sldId="265"/>
            <ac:spMk id="2" creationId="{13EBF486-3B4A-43D2-94BC-17D622A058F4}"/>
          </ac:spMkLst>
        </pc:spChg>
        <pc:spChg chg="del">
          <ac:chgData name="Anood Nazeer" userId="a98621622b342248" providerId="LiveId" clId="{83618CD0-0D8A-47B1-930D-6B2DA0031BED}" dt="2025-07-08T17:48:16.224" v="124"/>
          <ac:spMkLst>
            <pc:docMk/>
            <pc:sldMk cId="3822954174" sldId="265"/>
            <ac:spMk id="3" creationId="{1C4B76ED-1C82-4C42-9EEA-5FC84506BE8D}"/>
          </ac:spMkLst>
        </pc:spChg>
        <pc:spChg chg="add mod">
          <ac:chgData name="Anood Nazeer" userId="a98621622b342248" providerId="LiveId" clId="{83618CD0-0D8A-47B1-930D-6B2DA0031BED}" dt="2025-07-08T17:48:42.623" v="129" actId="1076"/>
          <ac:spMkLst>
            <pc:docMk/>
            <pc:sldMk cId="3822954174" sldId="265"/>
            <ac:spMk id="4" creationId="{529B8BE9-1A32-44F3-94DA-407A3010DC93}"/>
          </ac:spMkLst>
        </pc:spChg>
      </pc:sldChg>
      <pc:sldChg chg="addSp delSp modSp new mod">
        <pc:chgData name="Anood Nazeer" userId="a98621622b342248" providerId="LiveId" clId="{83618CD0-0D8A-47B1-930D-6B2DA0031BED}" dt="2025-07-08T17:50:02.539" v="135" actId="1076"/>
        <pc:sldMkLst>
          <pc:docMk/>
          <pc:sldMk cId="1600444093" sldId="266"/>
        </pc:sldMkLst>
        <pc:spChg chg="del">
          <ac:chgData name="Anood Nazeer" userId="a98621622b342248" providerId="LiveId" clId="{83618CD0-0D8A-47B1-930D-6B2DA0031BED}" dt="2025-07-08T17:49:28.042" v="131"/>
          <ac:spMkLst>
            <pc:docMk/>
            <pc:sldMk cId="1600444093" sldId="266"/>
            <ac:spMk id="3" creationId="{0C79D753-B472-4DDA-BE0E-0BCE3A09D5FB}"/>
          </ac:spMkLst>
        </pc:spChg>
        <pc:spChg chg="add mod">
          <ac:chgData name="Anood Nazeer" userId="a98621622b342248" providerId="LiveId" clId="{83618CD0-0D8A-47B1-930D-6B2DA0031BED}" dt="2025-07-08T17:50:02.539" v="135" actId="1076"/>
          <ac:spMkLst>
            <pc:docMk/>
            <pc:sldMk cId="1600444093" sldId="266"/>
            <ac:spMk id="4" creationId="{0EB9A8F5-45F0-452D-8E08-306DD84B341C}"/>
          </ac:spMkLst>
        </pc:spChg>
      </pc:sldChg>
      <pc:sldChg chg="addSp delSp modSp new mod">
        <pc:chgData name="Anood Nazeer" userId="a98621622b342248" providerId="LiveId" clId="{83618CD0-0D8A-47B1-930D-6B2DA0031BED}" dt="2025-07-08T17:51:30.367" v="143" actId="1076"/>
        <pc:sldMkLst>
          <pc:docMk/>
          <pc:sldMk cId="1371387489" sldId="267"/>
        </pc:sldMkLst>
        <pc:spChg chg="mod">
          <ac:chgData name="Anood Nazeer" userId="a98621622b342248" providerId="LiveId" clId="{83618CD0-0D8A-47B1-930D-6B2DA0031BED}" dt="2025-07-08T17:50:55.851" v="138" actId="255"/>
          <ac:spMkLst>
            <pc:docMk/>
            <pc:sldMk cId="1371387489" sldId="267"/>
            <ac:spMk id="2" creationId="{30820A22-7D3B-4316-9627-5CD1C76EFA15}"/>
          </ac:spMkLst>
        </pc:spChg>
        <pc:spChg chg="del">
          <ac:chgData name="Anood Nazeer" userId="a98621622b342248" providerId="LiveId" clId="{83618CD0-0D8A-47B1-930D-6B2DA0031BED}" dt="2025-07-08T17:51:05.012" v="139"/>
          <ac:spMkLst>
            <pc:docMk/>
            <pc:sldMk cId="1371387489" sldId="267"/>
            <ac:spMk id="3" creationId="{A6E176F5-CFE6-484B-B228-EF161335BF49}"/>
          </ac:spMkLst>
        </pc:spChg>
        <pc:spChg chg="add mod">
          <ac:chgData name="Anood Nazeer" userId="a98621622b342248" providerId="LiveId" clId="{83618CD0-0D8A-47B1-930D-6B2DA0031BED}" dt="2025-07-08T17:51:30.367" v="143" actId="1076"/>
          <ac:spMkLst>
            <pc:docMk/>
            <pc:sldMk cId="1371387489" sldId="267"/>
            <ac:spMk id="4" creationId="{2D21D4D6-FAC6-4F67-BB59-C1958CA5A001}"/>
          </ac:spMkLst>
        </pc:spChg>
      </pc:sldChg>
      <pc:sldChg chg="modSp new mod">
        <pc:chgData name="Anood Nazeer" userId="a98621622b342248" providerId="LiveId" clId="{83618CD0-0D8A-47B1-930D-6B2DA0031BED}" dt="2025-07-08T17:52:32.135" v="148" actId="255"/>
        <pc:sldMkLst>
          <pc:docMk/>
          <pc:sldMk cId="1318602824" sldId="268"/>
        </pc:sldMkLst>
        <pc:spChg chg="mod">
          <ac:chgData name="Anood Nazeer" userId="a98621622b342248" providerId="LiveId" clId="{83618CD0-0D8A-47B1-930D-6B2DA0031BED}" dt="2025-07-08T17:52:19.309" v="146" actId="255"/>
          <ac:spMkLst>
            <pc:docMk/>
            <pc:sldMk cId="1318602824" sldId="268"/>
            <ac:spMk id="2" creationId="{214426F3-5B8E-43BF-9823-0686B83FDA39}"/>
          </ac:spMkLst>
        </pc:spChg>
        <pc:spChg chg="mod">
          <ac:chgData name="Anood Nazeer" userId="a98621622b342248" providerId="LiveId" clId="{83618CD0-0D8A-47B1-930D-6B2DA0031BED}" dt="2025-07-08T17:52:32.135" v="148" actId="255"/>
          <ac:spMkLst>
            <pc:docMk/>
            <pc:sldMk cId="1318602824" sldId="268"/>
            <ac:spMk id="3" creationId="{13E0AB12-DE5A-4FE8-8DFC-18691A482D80}"/>
          </ac:spMkLst>
        </pc:spChg>
      </pc:sldChg>
      <pc:sldChg chg="modSp new mod">
        <pc:chgData name="Anood Nazeer" userId="a98621622b342248" providerId="LiveId" clId="{83618CD0-0D8A-47B1-930D-6B2DA0031BED}" dt="2025-07-08T17:53:06.951" v="154" actId="255"/>
        <pc:sldMkLst>
          <pc:docMk/>
          <pc:sldMk cId="2720250359" sldId="269"/>
        </pc:sldMkLst>
        <pc:spChg chg="mod">
          <ac:chgData name="Anood Nazeer" userId="a98621622b342248" providerId="LiveId" clId="{83618CD0-0D8A-47B1-930D-6B2DA0031BED}" dt="2025-07-08T17:52:59.356" v="153" actId="255"/>
          <ac:spMkLst>
            <pc:docMk/>
            <pc:sldMk cId="2720250359" sldId="269"/>
            <ac:spMk id="2" creationId="{C0CBBD1F-C9D1-40E2-9B8D-9017C99690C5}"/>
          </ac:spMkLst>
        </pc:spChg>
        <pc:spChg chg="mod">
          <ac:chgData name="Anood Nazeer" userId="a98621622b342248" providerId="LiveId" clId="{83618CD0-0D8A-47B1-930D-6B2DA0031BED}" dt="2025-07-08T17:53:06.951" v="154" actId="255"/>
          <ac:spMkLst>
            <pc:docMk/>
            <pc:sldMk cId="2720250359" sldId="269"/>
            <ac:spMk id="3" creationId="{AE42BFC8-F50B-46A8-A1CF-25BDE077FAB9}"/>
          </ac:spMkLst>
        </pc:spChg>
      </pc:sldChg>
      <pc:sldChg chg="addSp delSp modSp new mod">
        <pc:chgData name="Anood Nazeer" userId="a98621622b342248" providerId="LiveId" clId="{83618CD0-0D8A-47B1-930D-6B2DA0031BED}" dt="2025-07-08T17:55:21.725" v="165" actId="1076"/>
        <pc:sldMkLst>
          <pc:docMk/>
          <pc:sldMk cId="2540827150" sldId="270"/>
        </pc:sldMkLst>
        <pc:spChg chg="mod">
          <ac:chgData name="Anood Nazeer" userId="a98621622b342248" providerId="LiveId" clId="{83618CD0-0D8A-47B1-930D-6B2DA0031BED}" dt="2025-07-08T17:54:43.508" v="157" actId="255"/>
          <ac:spMkLst>
            <pc:docMk/>
            <pc:sldMk cId="2540827150" sldId="270"/>
            <ac:spMk id="2" creationId="{C8FB73EE-FEAA-499F-8010-0AE45205EEFC}"/>
          </ac:spMkLst>
        </pc:spChg>
        <pc:spChg chg="del">
          <ac:chgData name="Anood Nazeer" userId="a98621622b342248" providerId="LiveId" clId="{83618CD0-0D8A-47B1-930D-6B2DA0031BED}" dt="2025-07-08T17:54:53.622" v="158"/>
          <ac:spMkLst>
            <pc:docMk/>
            <pc:sldMk cId="2540827150" sldId="270"/>
            <ac:spMk id="3" creationId="{4A9E6BCA-C021-4261-A029-4D6A33D0BF87}"/>
          </ac:spMkLst>
        </pc:spChg>
        <pc:spChg chg="add mod">
          <ac:chgData name="Anood Nazeer" userId="a98621622b342248" providerId="LiveId" clId="{83618CD0-0D8A-47B1-930D-6B2DA0031BED}" dt="2025-07-08T17:55:21.725" v="165" actId="1076"/>
          <ac:spMkLst>
            <pc:docMk/>
            <pc:sldMk cId="2540827150" sldId="270"/>
            <ac:spMk id="4" creationId="{5D494C80-8FFB-4EC4-8BEB-C73766D11B5A}"/>
          </ac:spMkLst>
        </pc:spChg>
      </pc:sldChg>
      <pc:sldChg chg="addSp delSp modSp new mod">
        <pc:chgData name="Anood Nazeer" userId="a98621622b342248" providerId="LiveId" clId="{83618CD0-0D8A-47B1-930D-6B2DA0031BED}" dt="2025-07-12T16:38:59.740" v="217" actId="20577"/>
        <pc:sldMkLst>
          <pc:docMk/>
          <pc:sldMk cId="484205633" sldId="271"/>
        </pc:sldMkLst>
        <pc:spChg chg="mod">
          <ac:chgData name="Anood Nazeer" userId="a98621622b342248" providerId="LiveId" clId="{83618CD0-0D8A-47B1-930D-6B2DA0031BED}" dt="2025-07-08T17:56:16.412" v="170" actId="255"/>
          <ac:spMkLst>
            <pc:docMk/>
            <pc:sldMk cId="484205633" sldId="271"/>
            <ac:spMk id="2" creationId="{181DF60C-675C-4B6B-9D44-2D3E8508C737}"/>
          </ac:spMkLst>
        </pc:spChg>
        <pc:spChg chg="del">
          <ac:chgData name="Anood Nazeer" userId="a98621622b342248" providerId="LiveId" clId="{83618CD0-0D8A-47B1-930D-6B2DA0031BED}" dt="2025-07-08T17:56:27.191" v="171"/>
          <ac:spMkLst>
            <pc:docMk/>
            <pc:sldMk cId="484205633" sldId="271"/>
            <ac:spMk id="3" creationId="{5D401A88-209C-455E-AD3E-F2FF4367DF9C}"/>
          </ac:spMkLst>
        </pc:spChg>
        <pc:spChg chg="add mod">
          <ac:chgData name="Anood Nazeer" userId="a98621622b342248" providerId="LiveId" clId="{83618CD0-0D8A-47B1-930D-6B2DA0031BED}" dt="2025-07-12T16:38:59.740" v="217" actId="20577"/>
          <ac:spMkLst>
            <pc:docMk/>
            <pc:sldMk cId="484205633" sldId="271"/>
            <ac:spMk id="3" creationId="{C55DBC5F-595B-4498-BF78-862FF6A19CAD}"/>
          </ac:spMkLst>
        </pc:spChg>
        <pc:spChg chg="add del mod">
          <ac:chgData name="Anood Nazeer" userId="a98621622b342248" providerId="LiveId" clId="{83618CD0-0D8A-47B1-930D-6B2DA0031BED}" dt="2025-07-12T16:37:19.591" v="193"/>
          <ac:spMkLst>
            <pc:docMk/>
            <pc:sldMk cId="484205633" sldId="271"/>
            <ac:spMk id="4" creationId="{A4710097-7C07-499D-84FB-3240E71B59D2}"/>
          </ac:spMkLst>
        </pc:spChg>
      </pc:sldChg>
      <pc:sldChg chg="modSp new mod ord">
        <pc:chgData name="Anood Nazeer" userId="a98621622b342248" providerId="LiveId" clId="{83618CD0-0D8A-47B1-930D-6B2DA0031BED}" dt="2025-07-12T16:52:56.135" v="314"/>
        <pc:sldMkLst>
          <pc:docMk/>
          <pc:sldMk cId="885801654" sldId="272"/>
        </pc:sldMkLst>
        <pc:spChg chg="mod">
          <ac:chgData name="Anood Nazeer" userId="a98621622b342248" providerId="LiveId" clId="{83618CD0-0D8A-47B1-930D-6B2DA0031BED}" dt="2025-07-12T16:46:42.484" v="309" actId="20577"/>
          <ac:spMkLst>
            <pc:docMk/>
            <pc:sldMk cId="885801654" sldId="272"/>
            <ac:spMk id="2" creationId="{FA6DCFA9-F4DA-4925-80E1-F817861BEB62}"/>
          </ac:spMkLst>
        </pc:spChg>
        <pc:spChg chg="mod">
          <ac:chgData name="Anood Nazeer" userId="a98621622b342248" providerId="LiveId" clId="{83618CD0-0D8A-47B1-930D-6B2DA0031BED}" dt="2025-07-12T16:47:00.228" v="312" actId="12"/>
          <ac:spMkLst>
            <pc:docMk/>
            <pc:sldMk cId="885801654" sldId="272"/>
            <ac:spMk id="3" creationId="{376C580C-5486-4F8A-AEB7-AB015399650E}"/>
          </ac:spMkLst>
        </pc:spChg>
      </pc:sldChg>
      <pc:sldChg chg="delSp modSp new del mod">
        <pc:chgData name="Anood Nazeer" userId="a98621622b342248" providerId="LiveId" clId="{83618CD0-0D8A-47B1-930D-6B2DA0031BED}" dt="2025-07-12T16:46:24.901" v="292" actId="2696"/>
        <pc:sldMkLst>
          <pc:docMk/>
          <pc:sldMk cId="1952120273" sldId="272"/>
        </pc:sldMkLst>
        <pc:spChg chg="mod">
          <ac:chgData name="Anood Nazeer" userId="a98621622b342248" providerId="LiveId" clId="{83618CD0-0D8A-47B1-930D-6B2DA0031BED}" dt="2025-07-12T16:44:11.811" v="278" actId="14100"/>
          <ac:spMkLst>
            <pc:docMk/>
            <pc:sldMk cId="1952120273" sldId="272"/>
            <ac:spMk id="2" creationId="{CCB2A54B-BC29-4CE8-A541-94620F5526E9}"/>
          </ac:spMkLst>
        </pc:spChg>
        <pc:spChg chg="del mod">
          <ac:chgData name="Anood Nazeer" userId="a98621622b342248" providerId="LiveId" clId="{83618CD0-0D8A-47B1-930D-6B2DA0031BED}" dt="2025-07-12T16:46:14.099" v="291" actId="478"/>
          <ac:spMkLst>
            <pc:docMk/>
            <pc:sldMk cId="1952120273" sldId="272"/>
            <ac:spMk id="3" creationId="{83B43C78-1D30-4C8A-960D-10639C82E50A}"/>
          </ac:spMkLst>
        </pc:spChg>
      </pc:sldChg>
      <pc:sldMasterChg chg="addSldLayout">
        <pc:chgData name="Anood Nazeer" userId="a98621622b342248" providerId="LiveId" clId="{83618CD0-0D8A-47B1-930D-6B2DA0031BED}" dt="2025-07-08T17:27:09.058" v="0" actId="680"/>
        <pc:sldMasterMkLst>
          <pc:docMk/>
          <pc:sldMasterMk cId="304162192" sldId="2147483648"/>
        </pc:sldMasterMkLst>
        <pc:sldLayoutChg chg="add">
          <pc:chgData name="Anood Nazeer" userId="a98621622b342248" providerId="LiveId" clId="{83618CD0-0D8A-47B1-930D-6B2DA0031BED}" dt="2025-07-08T17:27:09.058" v="0" actId="680"/>
          <pc:sldLayoutMkLst>
            <pc:docMk/>
            <pc:sldMasterMk cId="304162192" sldId="2147483648"/>
            <pc:sldLayoutMk cId="11871227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48F63A3B-78C7-47BE-AE5E-E10140E04643}"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5377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6950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1877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2768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7823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4423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81919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9465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C764DE79-268F-4C1A-8933-263129D2AF90}" type="datetimeFigureOut">
              <a:rPr lang="en-US" smtClean="0"/>
              <a:t>7/12/2025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457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97823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49326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764DE79-268F-4C1A-8933-263129D2AF90}" type="datetimeFigureOut">
              <a:rPr lang="en-US" smtClean="0"/>
              <a:t>7/12/2025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8F63A3B-78C7-47BE-AE5E-E10140E04643}" type="slidenum">
              <a:rPr lang="en-US" smtClean="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15925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DD11-9EE8-476E-AFC9-5F8DFBB81F21}"/>
              </a:ext>
            </a:extLst>
          </p:cNvPr>
          <p:cNvSpPr>
            <a:spLocks noGrp="1"/>
          </p:cNvSpPr>
          <p:nvPr>
            <p:ph type="ctrTitle"/>
          </p:nvPr>
        </p:nvSpPr>
        <p:spPr>
          <a:xfrm>
            <a:off x="1524000" y="1122363"/>
            <a:ext cx="10032124" cy="2387600"/>
          </a:xfrm>
        </p:spPr>
        <p:txBody>
          <a:bodyPr>
            <a:normAutofit/>
          </a:bodyPr>
          <a:lstStyle/>
          <a:p>
            <a:r>
              <a:rPr lang="en-US" sz="4800" dirty="0"/>
              <a:t>HTML Helpers in ASP.NET Core</a:t>
            </a:r>
          </a:p>
        </p:txBody>
      </p:sp>
      <p:sp>
        <p:nvSpPr>
          <p:cNvPr id="3" name="Subtitle 2">
            <a:extLst>
              <a:ext uri="{FF2B5EF4-FFF2-40B4-BE49-F238E27FC236}">
                <a16:creationId xmlns:a16="http://schemas.microsoft.com/office/drawing/2014/main" id="{59C2905A-77E4-4BD4-9C43-A2EB963CEE33}"/>
              </a:ext>
            </a:extLst>
          </p:cNvPr>
          <p:cNvSpPr>
            <a:spLocks noGrp="1"/>
          </p:cNvSpPr>
          <p:nvPr>
            <p:ph type="subTitle" idx="1"/>
          </p:nvPr>
        </p:nvSpPr>
        <p:spPr/>
        <p:txBody>
          <a:bodyPr/>
          <a:lstStyle/>
          <a:p>
            <a:r>
              <a:rPr lang="en-US" dirty="0"/>
              <a:t>Prepared by </a:t>
            </a:r>
          </a:p>
          <a:p>
            <a:r>
              <a:rPr lang="en-US" dirty="0"/>
              <a:t>Anood Nazeer</a:t>
            </a:r>
          </a:p>
        </p:txBody>
      </p:sp>
    </p:spTree>
    <p:extLst>
      <p:ext uri="{BB962C8B-B14F-4D97-AF65-F5344CB8AC3E}">
        <p14:creationId xmlns:p14="http://schemas.microsoft.com/office/powerpoint/2010/main" val="229635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DCFA9-F4DA-4925-80E1-F817861BEB62}"/>
              </a:ext>
            </a:extLst>
          </p:cNvPr>
          <p:cNvSpPr>
            <a:spLocks noGrp="1"/>
          </p:cNvSpPr>
          <p:nvPr>
            <p:ph type="title"/>
          </p:nvPr>
        </p:nvSpPr>
        <p:spPr/>
        <p:txBody>
          <a:bodyPr/>
          <a:lstStyle/>
          <a:p>
            <a:r>
              <a:rPr lang="en-US" dirty="0"/>
              <a:t>Topics…….</a:t>
            </a:r>
          </a:p>
        </p:txBody>
      </p:sp>
      <p:sp>
        <p:nvSpPr>
          <p:cNvPr id="3" name="Content Placeholder 2">
            <a:extLst>
              <a:ext uri="{FF2B5EF4-FFF2-40B4-BE49-F238E27FC236}">
                <a16:creationId xmlns:a16="http://schemas.microsoft.com/office/drawing/2014/main" id="{376C580C-5486-4F8A-AEB7-AB015399650E}"/>
              </a:ext>
            </a:extLst>
          </p:cNvPr>
          <p:cNvSpPr>
            <a:spLocks noGrp="1"/>
          </p:cNvSpPr>
          <p:nvPr>
            <p:ph idx="1"/>
          </p:nvPr>
        </p:nvSpPr>
        <p:spPr/>
        <p:txBody>
          <a:bodyPr/>
          <a:lstStyle/>
          <a:p>
            <a:pPr>
              <a:buFont typeface="Wingdings" panose="05000000000000000000" pitchFamily="2" charset="2"/>
              <a:buChar char="Ø"/>
            </a:pPr>
            <a:r>
              <a:rPr lang="en-US" sz="2400" dirty="0"/>
              <a:t>HTML Helper</a:t>
            </a:r>
          </a:p>
          <a:p>
            <a:pPr>
              <a:buFont typeface="Wingdings" panose="05000000000000000000" pitchFamily="2" charset="2"/>
              <a:buChar char="Ø"/>
            </a:pPr>
            <a:r>
              <a:rPr lang="en-US" sz="2400" dirty="0"/>
              <a:t>Displaying Data</a:t>
            </a:r>
          </a:p>
          <a:p>
            <a:pPr>
              <a:buFont typeface="Wingdings" panose="05000000000000000000" pitchFamily="2" charset="2"/>
              <a:buChar char="Ø"/>
            </a:pPr>
            <a:r>
              <a:rPr lang="en-US" sz="2400" dirty="0"/>
              <a:t>Data Formatting</a:t>
            </a:r>
          </a:p>
          <a:p>
            <a:pPr>
              <a:buFont typeface="Wingdings" panose="05000000000000000000" pitchFamily="2" charset="2"/>
              <a:buChar char="Ø"/>
            </a:pPr>
            <a:r>
              <a:rPr lang="fr-FR" sz="2400" dirty="0"/>
              <a:t>Page Events in ASP.NET </a:t>
            </a:r>
            <a:r>
              <a:rPr lang="fr-FR" sz="2400" dirty="0" err="1"/>
              <a:t>Core</a:t>
            </a:r>
            <a:endParaRPr lang="fr-FR" sz="2400" dirty="0"/>
          </a:p>
          <a:p>
            <a:pPr>
              <a:buFont typeface="Wingdings" panose="05000000000000000000" pitchFamily="2" charset="2"/>
              <a:buChar char="Ø"/>
            </a:pPr>
            <a:r>
              <a:rPr lang="en-US" sz="2400" dirty="0"/>
              <a:t>Razor Page Filters</a:t>
            </a:r>
          </a:p>
          <a:p>
            <a:endParaRPr lang="en-US" dirty="0"/>
          </a:p>
        </p:txBody>
      </p:sp>
    </p:spTree>
    <p:extLst>
      <p:ext uri="{BB962C8B-B14F-4D97-AF65-F5344CB8AC3E}">
        <p14:creationId xmlns:p14="http://schemas.microsoft.com/office/powerpoint/2010/main" val="88580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7FD68B-6804-4DC7-9D59-1DFD624B420C}"/>
              </a:ext>
            </a:extLst>
          </p:cNvPr>
          <p:cNvSpPr>
            <a:spLocks noGrp="1"/>
          </p:cNvSpPr>
          <p:nvPr>
            <p:ph type="title"/>
          </p:nvPr>
        </p:nvSpPr>
        <p:spPr>
          <a:xfrm>
            <a:off x="1451579" y="1166648"/>
            <a:ext cx="9603275" cy="687106"/>
          </a:xfrm>
        </p:spPr>
        <p:txBody>
          <a:bodyPr>
            <a:normAutofit/>
          </a:bodyPr>
          <a:lstStyle/>
          <a:p>
            <a:r>
              <a:rPr lang="en-US" sz="2400" dirty="0"/>
              <a:t>What is HTML Helper?</a:t>
            </a:r>
          </a:p>
        </p:txBody>
      </p:sp>
      <p:sp>
        <p:nvSpPr>
          <p:cNvPr id="5" name="Content Placeholder 4">
            <a:extLst>
              <a:ext uri="{FF2B5EF4-FFF2-40B4-BE49-F238E27FC236}">
                <a16:creationId xmlns:a16="http://schemas.microsoft.com/office/drawing/2014/main" id="{9BB010FE-1C89-471D-858A-B8682749CCA4}"/>
              </a:ext>
            </a:extLst>
          </p:cNvPr>
          <p:cNvSpPr>
            <a:spLocks noGrp="1"/>
          </p:cNvSpPr>
          <p:nvPr>
            <p:ph idx="1"/>
          </p:nvPr>
        </p:nvSpPr>
        <p:spPr/>
        <p:txBody>
          <a:bodyPr>
            <a:normAutofit/>
          </a:bodyPr>
          <a:lstStyle/>
          <a:p>
            <a:r>
              <a:rPr lang="en-US" sz="2400" dirty="0"/>
              <a:t>"HTML Helpers are methods in ASP.NET Core that simplify the generation of HTML elements in Razor views, allowing developers to create form controls and UI elements that are strongly typed and easily bound to model data."</a:t>
            </a:r>
          </a:p>
        </p:txBody>
      </p:sp>
    </p:spTree>
    <p:extLst>
      <p:ext uri="{BB962C8B-B14F-4D97-AF65-F5344CB8AC3E}">
        <p14:creationId xmlns:p14="http://schemas.microsoft.com/office/powerpoint/2010/main" val="17736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D681A-59C8-48C4-949A-C6BFD4B8D2DA}"/>
              </a:ext>
            </a:extLst>
          </p:cNvPr>
          <p:cNvSpPr>
            <a:spLocks noGrp="1"/>
          </p:cNvSpPr>
          <p:nvPr>
            <p:ph type="title"/>
          </p:nvPr>
        </p:nvSpPr>
        <p:spPr>
          <a:xfrm>
            <a:off x="1451579" y="1261241"/>
            <a:ext cx="9603275" cy="1056290"/>
          </a:xfrm>
        </p:spPr>
        <p:txBody>
          <a:bodyPr>
            <a:normAutofit/>
          </a:bodyPr>
          <a:lstStyle/>
          <a:p>
            <a:r>
              <a:rPr lang="en-US" sz="2400" dirty="0"/>
              <a:t>Benefits</a:t>
            </a:r>
          </a:p>
        </p:txBody>
      </p:sp>
      <p:sp>
        <p:nvSpPr>
          <p:cNvPr id="4" name="Rectangle 1">
            <a:extLst>
              <a:ext uri="{FF2B5EF4-FFF2-40B4-BE49-F238E27FC236}">
                <a16:creationId xmlns:a16="http://schemas.microsoft.com/office/drawing/2014/main" id="{19944AE4-76B9-43CD-BEF6-3AC351F50CBB}"/>
              </a:ext>
            </a:extLst>
          </p:cNvPr>
          <p:cNvSpPr>
            <a:spLocks noGrp="1" noChangeArrowheads="1"/>
          </p:cNvSpPr>
          <p:nvPr>
            <p:ph idx="1"/>
          </p:nvPr>
        </p:nvSpPr>
        <p:spPr bwMode="auto">
          <a:xfrm>
            <a:off x="1451578" y="2463766"/>
            <a:ext cx="822844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Model Binding Support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Helps bind input values directly to model properties.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Reusability</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Write once and reuse custom helpers across 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Cleaner Views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Avoids manually writing long HTML with conditionals.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Validation Integration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Easily integrates with data annotations like </a:t>
            </a:r>
            <a:r>
              <a:rPr kumimoji="0" lang="en-US" altLang="en-US" b="0" i="0" u="none" strike="noStrike" cap="none" normalizeH="0" baseline="0" dirty="0">
                <a:ln>
                  <a:noFill/>
                </a:ln>
                <a:solidFill>
                  <a:schemeClr val="tx1"/>
                </a:solidFill>
                <a:effectLst/>
                <a:latin typeface="Arial Unicode MS"/>
              </a:rPr>
              <a:t>[Required]</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446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50642-EF08-425D-8EC4-CA026F8E83E8}"/>
              </a:ext>
            </a:extLst>
          </p:cNvPr>
          <p:cNvSpPr>
            <a:spLocks noGrp="1"/>
          </p:cNvSpPr>
          <p:nvPr>
            <p:ph type="title"/>
          </p:nvPr>
        </p:nvSpPr>
        <p:spPr>
          <a:xfrm>
            <a:off x="1451579" y="1087821"/>
            <a:ext cx="9603275" cy="765933"/>
          </a:xfrm>
        </p:spPr>
        <p:txBody>
          <a:bodyPr>
            <a:normAutofit/>
          </a:bodyPr>
          <a:lstStyle/>
          <a:p>
            <a:r>
              <a:rPr lang="en-US" sz="2400" dirty="0"/>
              <a:t>Displaying Data</a:t>
            </a:r>
          </a:p>
        </p:txBody>
      </p:sp>
      <p:sp>
        <p:nvSpPr>
          <p:cNvPr id="3" name="Content Placeholder 2">
            <a:extLst>
              <a:ext uri="{FF2B5EF4-FFF2-40B4-BE49-F238E27FC236}">
                <a16:creationId xmlns:a16="http://schemas.microsoft.com/office/drawing/2014/main" id="{54183BE1-2DD9-43F8-B974-228CA667D2B7}"/>
              </a:ext>
            </a:extLst>
          </p:cNvPr>
          <p:cNvSpPr>
            <a:spLocks noGrp="1"/>
          </p:cNvSpPr>
          <p:nvPr>
            <p:ph idx="1"/>
          </p:nvPr>
        </p:nvSpPr>
        <p:spPr/>
        <p:txBody>
          <a:bodyPr>
            <a:normAutofit/>
          </a:bodyPr>
          <a:lstStyle/>
          <a:p>
            <a:r>
              <a:rPr lang="en-US" sz="2800" dirty="0"/>
              <a:t>"Displaying data" refers to the process of retrieving information (usually from a database or model) and showing it to the user through Razor pages using HTML and C# code.</a:t>
            </a:r>
          </a:p>
        </p:txBody>
      </p:sp>
    </p:spTree>
    <p:extLst>
      <p:ext uri="{BB962C8B-B14F-4D97-AF65-F5344CB8AC3E}">
        <p14:creationId xmlns:p14="http://schemas.microsoft.com/office/powerpoint/2010/main" val="261740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9282A-1B7F-4B29-9C5A-5795FAE58754}"/>
              </a:ext>
            </a:extLst>
          </p:cNvPr>
          <p:cNvSpPr>
            <a:spLocks noGrp="1"/>
          </p:cNvSpPr>
          <p:nvPr>
            <p:ph type="title"/>
          </p:nvPr>
        </p:nvSpPr>
        <p:spPr/>
        <p:txBody>
          <a:bodyPr>
            <a:normAutofit/>
          </a:bodyPr>
          <a:lstStyle/>
          <a:p>
            <a:r>
              <a:rPr lang="en-US" sz="2800" dirty="0"/>
              <a:t>Techniques Used to Display Data</a:t>
            </a:r>
          </a:p>
        </p:txBody>
      </p:sp>
      <p:sp>
        <p:nvSpPr>
          <p:cNvPr id="4" name="Rectangle 1">
            <a:extLst>
              <a:ext uri="{FF2B5EF4-FFF2-40B4-BE49-F238E27FC236}">
                <a16:creationId xmlns:a16="http://schemas.microsoft.com/office/drawing/2014/main" id="{96A783C5-13D4-434B-9C25-A64C74C4D97A}"/>
              </a:ext>
            </a:extLst>
          </p:cNvPr>
          <p:cNvSpPr>
            <a:spLocks noGrp="1" noChangeArrowheads="1"/>
          </p:cNvSpPr>
          <p:nvPr>
            <p:ph idx="1"/>
          </p:nvPr>
        </p:nvSpPr>
        <p:spPr bwMode="auto">
          <a:xfrm>
            <a:off x="1451579" y="2358158"/>
            <a:ext cx="802367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@Model.PropertyName</a:t>
            </a:r>
            <a:r>
              <a:rPr kumimoji="0" lang="en-US" altLang="en-US" b="0" i="0" u="none" strike="noStrike" cap="none" normalizeH="0" baseline="0" dirty="0">
                <a:ln>
                  <a:noFill/>
                </a:ln>
                <a:solidFill>
                  <a:schemeClr val="tx1"/>
                </a:solidFill>
                <a:effectLst/>
              </a:rPr>
              <a:t> – Show single values.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foreach</a:t>
            </a:r>
            <a:r>
              <a:rPr kumimoji="0" lang="en-US" altLang="en-US" b="0" i="0" u="none" strike="noStrike" cap="none" normalizeH="0" baseline="0" dirty="0">
                <a:ln>
                  <a:noFill/>
                </a:ln>
                <a:solidFill>
                  <a:schemeClr val="tx1"/>
                </a:solidFill>
                <a:effectLst/>
              </a:rPr>
              <a:t> – Show lists or tables of data.</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Data formatting using </a:t>
            </a:r>
            <a:r>
              <a:rPr kumimoji="0" lang="en-US" altLang="en-US" b="0" i="0" u="none" strike="noStrike" cap="none" normalizeH="0" baseline="0" dirty="0">
                <a:ln>
                  <a:noFill/>
                </a:ln>
                <a:solidFill>
                  <a:schemeClr val="tx1"/>
                </a:solidFill>
                <a:effectLst/>
                <a:latin typeface="Arial Unicode MS"/>
              </a:rPr>
              <a:t>@String.Format(...)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@Html.DisplayFor(...)</a:t>
            </a:r>
            <a:r>
              <a:rPr kumimoji="0" lang="en-US" altLang="en-US" b="0" i="0" u="none" strike="noStrike" cap="none" normalizeH="0" baseline="0" dirty="0">
                <a:ln>
                  <a:noFill/>
                </a:ln>
                <a:solidFill>
                  <a:schemeClr val="tx1"/>
                </a:solidFill>
                <a:effectLst/>
              </a:rPr>
              <a:t>, etc.</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3735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B812F-A878-40DD-AEAD-EC324CEEE7D8}"/>
              </a:ext>
            </a:extLst>
          </p:cNvPr>
          <p:cNvSpPr>
            <a:spLocks noGrp="1"/>
          </p:cNvSpPr>
          <p:nvPr>
            <p:ph type="title"/>
          </p:nvPr>
        </p:nvSpPr>
        <p:spPr/>
        <p:txBody>
          <a:bodyPr>
            <a:normAutofit/>
          </a:bodyPr>
          <a:lstStyle/>
          <a:p>
            <a:r>
              <a:rPr lang="en-US" sz="2800" dirty="0"/>
              <a:t>Data Formatting</a:t>
            </a:r>
          </a:p>
        </p:txBody>
      </p:sp>
      <p:sp>
        <p:nvSpPr>
          <p:cNvPr id="3" name="Content Placeholder 2">
            <a:extLst>
              <a:ext uri="{FF2B5EF4-FFF2-40B4-BE49-F238E27FC236}">
                <a16:creationId xmlns:a16="http://schemas.microsoft.com/office/drawing/2014/main" id="{FF8A39A8-D685-4C3B-B617-444FD56AAB3F}"/>
              </a:ext>
            </a:extLst>
          </p:cNvPr>
          <p:cNvSpPr>
            <a:spLocks noGrp="1"/>
          </p:cNvSpPr>
          <p:nvPr>
            <p:ph idx="1"/>
          </p:nvPr>
        </p:nvSpPr>
        <p:spPr/>
        <p:txBody>
          <a:bodyPr>
            <a:normAutofit/>
          </a:bodyPr>
          <a:lstStyle/>
          <a:p>
            <a:r>
              <a:rPr lang="en-US" sz="2400" b="1" dirty="0"/>
              <a:t>Data formatting</a:t>
            </a:r>
            <a:r>
              <a:rPr lang="en-US" sz="2400" dirty="0"/>
              <a:t> means </a:t>
            </a:r>
            <a:r>
              <a:rPr lang="en-US" sz="2400" b="1" dirty="0"/>
              <a:t>controlling how the data appears</a:t>
            </a:r>
            <a:r>
              <a:rPr lang="en-US" sz="2400" dirty="0"/>
              <a:t> on the web page — such as formatting dates, currency, decimals, or strings — to make them more readable or user-friendly.</a:t>
            </a:r>
          </a:p>
        </p:txBody>
      </p:sp>
    </p:spTree>
    <p:extLst>
      <p:ext uri="{BB962C8B-B14F-4D97-AF65-F5344CB8AC3E}">
        <p14:creationId xmlns:p14="http://schemas.microsoft.com/office/powerpoint/2010/main" val="3588445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0D15-7313-4A0D-8D3F-DCA89D595F14}"/>
              </a:ext>
            </a:extLst>
          </p:cNvPr>
          <p:cNvSpPr>
            <a:spLocks noGrp="1"/>
          </p:cNvSpPr>
          <p:nvPr>
            <p:ph type="title"/>
          </p:nvPr>
        </p:nvSpPr>
        <p:spPr/>
        <p:txBody>
          <a:bodyPr>
            <a:normAutofit/>
          </a:bodyPr>
          <a:lstStyle/>
          <a:p>
            <a:r>
              <a:rPr lang="en-US" sz="2400" dirty="0"/>
              <a:t>Common Techniques for Data Formatting</a:t>
            </a:r>
          </a:p>
        </p:txBody>
      </p:sp>
      <p:sp>
        <p:nvSpPr>
          <p:cNvPr id="4" name="Rectangle 1">
            <a:extLst>
              <a:ext uri="{FF2B5EF4-FFF2-40B4-BE49-F238E27FC236}">
                <a16:creationId xmlns:a16="http://schemas.microsoft.com/office/drawing/2014/main" id="{9B8491A9-202B-4388-A4D2-E5BDC63D32C0}"/>
              </a:ext>
            </a:extLst>
          </p:cNvPr>
          <p:cNvSpPr>
            <a:spLocks noGrp="1" noChangeArrowheads="1"/>
          </p:cNvSpPr>
          <p:nvPr>
            <p:ph idx="1"/>
          </p:nvPr>
        </p:nvSpPr>
        <p:spPr bwMode="auto">
          <a:xfrm>
            <a:off x="1500500" y="2173150"/>
            <a:ext cx="95543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a:t>
            </a:r>
            <a:r>
              <a:rPr kumimoji="0" lang="en-US" altLang="en-US" b="1" i="0" u="none" strike="noStrike" cap="none" normalizeH="0" baseline="0" dirty="0">
                <a:ln>
                  <a:noFill/>
                </a:ln>
                <a:solidFill>
                  <a:schemeClr val="tx1"/>
                </a:solidFill>
                <a:effectLst/>
                <a:latin typeface="Arial Unicode MS"/>
              </a:rPr>
              <a:t>@String.Format(...)</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Used to format data manually in Razor.</a:t>
            </a:r>
          </a:p>
        </p:txBody>
      </p:sp>
      <p:pic>
        <p:nvPicPr>
          <p:cNvPr id="6" name="Picture 5">
            <a:extLst>
              <a:ext uri="{FF2B5EF4-FFF2-40B4-BE49-F238E27FC236}">
                <a16:creationId xmlns:a16="http://schemas.microsoft.com/office/drawing/2014/main" id="{D6DE12F5-05A7-45E2-987C-B9E311D4A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7453" y="3326524"/>
            <a:ext cx="8233292" cy="1639614"/>
          </a:xfrm>
          <a:prstGeom prst="rect">
            <a:avLst/>
          </a:prstGeom>
        </p:spPr>
      </p:pic>
    </p:spTree>
    <p:extLst>
      <p:ext uri="{BB962C8B-B14F-4D97-AF65-F5344CB8AC3E}">
        <p14:creationId xmlns:p14="http://schemas.microsoft.com/office/powerpoint/2010/main" val="2192730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30522-FE03-444F-BAA1-416D5FF29BC1}"/>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91672DE5-BB29-4BFA-AECD-EAB64EB34CFD}"/>
              </a:ext>
            </a:extLst>
          </p:cNvPr>
          <p:cNvSpPr>
            <a:spLocks noGrp="1" noChangeArrowheads="1"/>
          </p:cNvSpPr>
          <p:nvPr>
            <p:ph idx="1"/>
          </p:nvPr>
        </p:nvSpPr>
        <p:spPr bwMode="auto">
          <a:xfrm>
            <a:off x="1421199" y="2224214"/>
            <a:ext cx="1006718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a:t>
            </a:r>
            <a:r>
              <a:rPr kumimoji="0" lang="en-US" altLang="en-US" b="1" i="0" u="none" strike="noStrike" cap="none" normalizeH="0" baseline="0" dirty="0">
                <a:ln>
                  <a:noFill/>
                </a:ln>
                <a:solidFill>
                  <a:schemeClr val="tx1"/>
                </a:solidFill>
                <a:effectLst/>
                <a:latin typeface="Arial Unicode MS"/>
              </a:rPr>
              <a:t>@Html.DisplayFor(...)</a:t>
            </a:r>
            <a:endParaRPr kumimoji="0" lang="en-US" altLang="en-US"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Uses built-in or custom display templates to automatically format and show data based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on type or metadata.</a:t>
            </a:r>
          </a:p>
        </p:txBody>
      </p:sp>
      <p:pic>
        <p:nvPicPr>
          <p:cNvPr id="6" name="Picture 5">
            <a:extLst>
              <a:ext uri="{FF2B5EF4-FFF2-40B4-BE49-F238E27FC236}">
                <a16:creationId xmlns:a16="http://schemas.microsoft.com/office/drawing/2014/main" id="{3C858FF3-7C5E-4BB4-8A8F-43B2E37F7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578" y="3697047"/>
            <a:ext cx="9603275" cy="1568636"/>
          </a:xfrm>
          <a:prstGeom prst="rect">
            <a:avLst/>
          </a:prstGeom>
        </p:spPr>
      </p:pic>
    </p:spTree>
    <p:extLst>
      <p:ext uri="{BB962C8B-B14F-4D97-AF65-F5344CB8AC3E}">
        <p14:creationId xmlns:p14="http://schemas.microsoft.com/office/powerpoint/2010/main" val="2064191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40EE-523A-4029-9B59-558CE7DDCCD8}"/>
              </a:ext>
            </a:extLst>
          </p:cNvPr>
          <p:cNvSpPr>
            <a:spLocks noGrp="1"/>
          </p:cNvSpPr>
          <p:nvPr>
            <p:ph type="title"/>
          </p:nvPr>
        </p:nvSpPr>
        <p:spPr/>
        <p:txBody>
          <a:bodyPr>
            <a:normAutofit/>
          </a:bodyPr>
          <a:lstStyle/>
          <a:p>
            <a:r>
              <a:rPr lang="fr-FR" sz="2800" dirty="0"/>
              <a:t>Page Events in ASP.NET </a:t>
            </a:r>
            <a:r>
              <a:rPr lang="fr-FR" sz="2800" dirty="0" err="1"/>
              <a:t>Core</a:t>
            </a:r>
            <a:r>
              <a:rPr lang="fr-FR" sz="2800" dirty="0"/>
              <a:t> (</a:t>
            </a:r>
            <a:r>
              <a:rPr lang="fr-FR" sz="2800" dirty="0" err="1"/>
              <a:t>Razor</a:t>
            </a:r>
            <a:r>
              <a:rPr lang="fr-FR" sz="2800" dirty="0"/>
              <a:t> Pages)</a:t>
            </a:r>
            <a:endParaRPr lang="en-US" sz="2800" dirty="0"/>
          </a:p>
        </p:txBody>
      </p:sp>
      <p:sp>
        <p:nvSpPr>
          <p:cNvPr id="3" name="Content Placeholder 2">
            <a:extLst>
              <a:ext uri="{FF2B5EF4-FFF2-40B4-BE49-F238E27FC236}">
                <a16:creationId xmlns:a16="http://schemas.microsoft.com/office/drawing/2014/main" id="{DCE27375-A7A5-4C83-9C92-61ABB6893930}"/>
              </a:ext>
            </a:extLst>
          </p:cNvPr>
          <p:cNvSpPr>
            <a:spLocks noGrp="1"/>
          </p:cNvSpPr>
          <p:nvPr>
            <p:ph idx="1"/>
          </p:nvPr>
        </p:nvSpPr>
        <p:spPr/>
        <p:txBody>
          <a:bodyPr>
            <a:normAutofit/>
          </a:bodyPr>
          <a:lstStyle/>
          <a:p>
            <a:r>
              <a:rPr lang="en-US" sz="2400" b="1" dirty="0"/>
              <a:t>Page events</a:t>
            </a:r>
            <a:r>
              <a:rPr lang="en-US" sz="2400" dirty="0"/>
              <a:t> are the methods that run automatically during different stages of the Razor Page's life cycle — such as when the page is loading, submitted, or returning data — allowing developers to write custom logic at each stage.</a:t>
            </a:r>
          </a:p>
        </p:txBody>
      </p:sp>
    </p:spTree>
    <p:extLst>
      <p:ext uri="{BB962C8B-B14F-4D97-AF65-F5344CB8AC3E}">
        <p14:creationId xmlns:p14="http://schemas.microsoft.com/office/powerpoint/2010/main" val="4212199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BF486-3B4A-43D2-94BC-17D622A058F4}"/>
              </a:ext>
            </a:extLst>
          </p:cNvPr>
          <p:cNvSpPr>
            <a:spLocks noGrp="1"/>
          </p:cNvSpPr>
          <p:nvPr>
            <p:ph type="title"/>
          </p:nvPr>
        </p:nvSpPr>
        <p:spPr/>
        <p:txBody>
          <a:bodyPr>
            <a:normAutofit/>
          </a:bodyPr>
          <a:lstStyle/>
          <a:p>
            <a:r>
              <a:rPr lang="en-US" sz="2800" dirty="0"/>
              <a:t>Common Page Events in Razor Pages</a:t>
            </a:r>
          </a:p>
        </p:txBody>
      </p:sp>
      <p:sp>
        <p:nvSpPr>
          <p:cNvPr id="4" name="Rectangle 1">
            <a:extLst>
              <a:ext uri="{FF2B5EF4-FFF2-40B4-BE49-F238E27FC236}">
                <a16:creationId xmlns:a16="http://schemas.microsoft.com/office/drawing/2014/main" id="{529B8BE9-1A32-44F3-94DA-407A3010DC93}"/>
              </a:ext>
            </a:extLst>
          </p:cNvPr>
          <p:cNvSpPr>
            <a:spLocks noGrp="1" noChangeArrowheads="1"/>
          </p:cNvSpPr>
          <p:nvPr>
            <p:ph idx="1"/>
          </p:nvPr>
        </p:nvSpPr>
        <p:spPr bwMode="auto">
          <a:xfrm>
            <a:off x="1451579" y="2229864"/>
            <a:ext cx="97261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Unicode MS"/>
              </a:rPr>
              <a:t>1.OnGet()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Triggered when the page is requested via a </a:t>
            </a:r>
            <a:r>
              <a:rPr kumimoji="0" lang="en-US" altLang="en-US" sz="2400" b="1" i="0" u="none" strike="noStrike" cap="none" normalizeH="0" baseline="0" dirty="0">
                <a:ln>
                  <a:noFill/>
                </a:ln>
                <a:solidFill>
                  <a:schemeClr val="tx1"/>
                </a:solidFill>
                <a:effectLst/>
                <a:latin typeface="Arial" panose="020B0604020202020204" pitchFamily="34" charset="0"/>
              </a:rPr>
              <a:t>GET</a:t>
            </a:r>
            <a:r>
              <a:rPr kumimoji="0" lang="en-US" altLang="en-US" sz="2400" b="0" i="0" u="none" strike="noStrike" cap="none" normalizeH="0" baseline="0" dirty="0">
                <a:ln>
                  <a:noFill/>
                </a:ln>
                <a:solidFill>
                  <a:schemeClr val="tx1"/>
                </a:solidFill>
                <a:effectLst/>
                <a:latin typeface="Arial" panose="020B0604020202020204" pitchFamily="34" charset="0"/>
              </a:rPr>
              <a:t> request.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Used to load data into the page (e.g., from a database).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22954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C9BE8-B146-435F-8C65-B02FFF528223}"/>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0EB9A8F5-45F0-452D-8E08-306DD84B341C}"/>
              </a:ext>
            </a:extLst>
          </p:cNvPr>
          <p:cNvSpPr>
            <a:spLocks noGrp="1" noChangeArrowheads="1"/>
          </p:cNvSpPr>
          <p:nvPr>
            <p:ph idx="1"/>
          </p:nvPr>
        </p:nvSpPr>
        <p:spPr bwMode="auto">
          <a:xfrm>
            <a:off x="1349283" y="2238814"/>
            <a:ext cx="9493433"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Unicode MS"/>
              </a:rPr>
              <a:t>OnPost</a:t>
            </a:r>
            <a:r>
              <a:rPr kumimoji="0" lang="en-US" altLang="en-US" b="1" i="0" u="none" strike="noStrike" cap="none" normalizeH="0" baseline="0" dirty="0">
                <a:ln>
                  <a:noFill/>
                </a:ln>
                <a:solidFill>
                  <a:schemeClr val="tx1"/>
                </a:solidFill>
                <a:effectLst/>
                <a:latin typeface="Arial Unicode MS"/>
              </a:rPr>
              <a: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Triggered when the page is submitted via a </a:t>
            </a:r>
            <a:r>
              <a:rPr kumimoji="0" lang="en-US" altLang="en-US" b="1" i="0" u="none" strike="noStrike" cap="none" normalizeH="0" baseline="0" dirty="0">
                <a:ln>
                  <a:noFill/>
                </a:ln>
                <a:solidFill>
                  <a:schemeClr val="tx1"/>
                </a:solidFill>
                <a:effectLst/>
                <a:latin typeface="Arial" panose="020B0604020202020204" pitchFamily="34" charset="0"/>
              </a:rPr>
              <a:t>POST</a:t>
            </a:r>
            <a:r>
              <a:rPr kumimoji="0" lang="en-US" altLang="en-US" b="0" i="0" u="none" strike="noStrike" cap="none" normalizeH="0" baseline="0" dirty="0">
                <a:ln>
                  <a:noFill/>
                </a:ln>
                <a:solidFill>
                  <a:schemeClr val="tx1"/>
                </a:solidFill>
                <a:effectLst/>
                <a:latin typeface="Arial" panose="020B0604020202020204" pitchFamily="34" charset="0"/>
              </a:rPr>
              <a:t> request (like form submission).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Used to process form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0444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20A22-7D3B-4316-9627-5CD1C76EFA15}"/>
              </a:ext>
            </a:extLst>
          </p:cNvPr>
          <p:cNvSpPr>
            <a:spLocks noGrp="1"/>
          </p:cNvSpPr>
          <p:nvPr>
            <p:ph type="title"/>
          </p:nvPr>
        </p:nvSpPr>
        <p:spPr/>
        <p:txBody>
          <a:bodyPr>
            <a:normAutofit/>
          </a:bodyPr>
          <a:lstStyle/>
          <a:p>
            <a:r>
              <a:rPr lang="en-US" sz="2800" dirty="0"/>
              <a:t>Why Page Events Are Useful:</a:t>
            </a:r>
          </a:p>
        </p:txBody>
      </p:sp>
      <p:sp>
        <p:nvSpPr>
          <p:cNvPr id="4" name="Rectangle 1">
            <a:extLst>
              <a:ext uri="{FF2B5EF4-FFF2-40B4-BE49-F238E27FC236}">
                <a16:creationId xmlns:a16="http://schemas.microsoft.com/office/drawing/2014/main" id="{2D21D4D6-FAC6-4F67-BB59-C1958CA5A001}"/>
              </a:ext>
            </a:extLst>
          </p:cNvPr>
          <p:cNvSpPr>
            <a:spLocks noGrp="1" noChangeArrowheads="1"/>
          </p:cNvSpPr>
          <p:nvPr>
            <p:ph idx="1"/>
          </p:nvPr>
        </p:nvSpPr>
        <p:spPr bwMode="auto">
          <a:xfrm>
            <a:off x="1451579" y="2413337"/>
            <a:ext cx="665297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Control </a:t>
            </a:r>
            <a:r>
              <a:rPr kumimoji="0" lang="en-US" altLang="en-US" b="1" i="0" u="none" strike="noStrike" cap="none" normalizeH="0" baseline="0" dirty="0">
                <a:ln>
                  <a:noFill/>
                </a:ln>
                <a:solidFill>
                  <a:schemeClr val="tx1"/>
                </a:solidFill>
                <a:effectLst/>
                <a:latin typeface="Arial" panose="020B0604020202020204" pitchFamily="34" charset="0"/>
              </a:rPr>
              <a:t>what happens when the page loads</a:t>
            </a:r>
            <a:r>
              <a:rPr kumimoji="0" lang="en-US" altLang="en-US" b="0" i="0" u="none" strike="noStrike" cap="none" normalizeH="0" baseline="0" dirty="0">
                <a:ln>
                  <a:noFill/>
                </a:ln>
                <a:solidFill>
                  <a:schemeClr val="tx1"/>
                </a:solidFill>
                <a:effectLst/>
                <a:latin typeface="Arial" panose="020B0604020202020204" pitchFamily="34" charset="0"/>
              </a:rPr>
              <a:t>, 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Define </a:t>
            </a:r>
            <a:r>
              <a:rPr kumimoji="0" lang="en-US" altLang="en-US" b="1" i="0" u="none" strike="noStrike" cap="none" normalizeH="0" baseline="0" dirty="0">
                <a:ln>
                  <a:noFill/>
                </a:ln>
                <a:solidFill>
                  <a:schemeClr val="tx1"/>
                </a:solidFill>
                <a:effectLst/>
                <a:latin typeface="Arial" panose="020B0604020202020204" pitchFamily="34" charset="0"/>
              </a:rPr>
              <a:t>what to do when a user submits a form</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Keep logic organized and tied to HTTP request methods</a:t>
            </a:r>
          </a:p>
        </p:txBody>
      </p:sp>
    </p:spTree>
    <p:extLst>
      <p:ext uri="{BB962C8B-B14F-4D97-AF65-F5344CB8AC3E}">
        <p14:creationId xmlns:p14="http://schemas.microsoft.com/office/powerpoint/2010/main" val="1371387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426F3-5B8E-43BF-9823-0686B83FDA39}"/>
              </a:ext>
            </a:extLst>
          </p:cNvPr>
          <p:cNvSpPr>
            <a:spLocks noGrp="1"/>
          </p:cNvSpPr>
          <p:nvPr>
            <p:ph type="title"/>
          </p:nvPr>
        </p:nvSpPr>
        <p:spPr/>
        <p:txBody>
          <a:bodyPr>
            <a:normAutofit/>
          </a:bodyPr>
          <a:lstStyle/>
          <a:p>
            <a:r>
              <a:rPr lang="en-US" sz="2800" dirty="0"/>
              <a:t>Razor Page Filters</a:t>
            </a:r>
          </a:p>
        </p:txBody>
      </p:sp>
      <p:sp>
        <p:nvSpPr>
          <p:cNvPr id="3" name="Content Placeholder 2">
            <a:extLst>
              <a:ext uri="{FF2B5EF4-FFF2-40B4-BE49-F238E27FC236}">
                <a16:creationId xmlns:a16="http://schemas.microsoft.com/office/drawing/2014/main" id="{13E0AB12-DE5A-4FE8-8DFC-18691A482D80}"/>
              </a:ext>
            </a:extLst>
          </p:cNvPr>
          <p:cNvSpPr>
            <a:spLocks noGrp="1"/>
          </p:cNvSpPr>
          <p:nvPr>
            <p:ph idx="1"/>
          </p:nvPr>
        </p:nvSpPr>
        <p:spPr/>
        <p:txBody>
          <a:bodyPr/>
          <a:lstStyle/>
          <a:p>
            <a:r>
              <a:rPr lang="en-US" sz="2400" b="1" dirty="0"/>
              <a:t>Razor Page Filters</a:t>
            </a:r>
            <a:r>
              <a:rPr lang="en-US" sz="2400" dirty="0"/>
              <a:t> are special classes in ASP.NET Core that let you run custom code </a:t>
            </a:r>
            <a:r>
              <a:rPr lang="en-US" sz="2400" b="1" dirty="0"/>
              <a:t>before or after</a:t>
            </a:r>
            <a:r>
              <a:rPr lang="en-US" sz="2400" dirty="0"/>
              <a:t> a Razor Page handler method executes — for example, for logging, authorization, or error handling</a:t>
            </a:r>
            <a:r>
              <a:rPr lang="en-US" dirty="0"/>
              <a:t>.</a:t>
            </a:r>
          </a:p>
        </p:txBody>
      </p:sp>
    </p:spTree>
    <p:extLst>
      <p:ext uri="{BB962C8B-B14F-4D97-AF65-F5344CB8AC3E}">
        <p14:creationId xmlns:p14="http://schemas.microsoft.com/office/powerpoint/2010/main" val="1318602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BD1F-C9D1-40E2-9B8D-9017C99690C5}"/>
              </a:ext>
            </a:extLst>
          </p:cNvPr>
          <p:cNvSpPr>
            <a:spLocks noGrp="1"/>
          </p:cNvSpPr>
          <p:nvPr>
            <p:ph type="title"/>
          </p:nvPr>
        </p:nvSpPr>
        <p:spPr/>
        <p:txBody>
          <a:bodyPr/>
          <a:lstStyle/>
          <a:p>
            <a:r>
              <a:rPr lang="en-US" sz="2400" b="1" dirty="0"/>
              <a:t>Purpose:</a:t>
            </a:r>
            <a:br>
              <a:rPr lang="en-US" b="1" dirty="0"/>
            </a:br>
            <a:endParaRPr lang="en-US" dirty="0"/>
          </a:p>
        </p:txBody>
      </p:sp>
      <p:sp>
        <p:nvSpPr>
          <p:cNvPr id="3" name="Content Placeholder 2">
            <a:extLst>
              <a:ext uri="{FF2B5EF4-FFF2-40B4-BE49-F238E27FC236}">
                <a16:creationId xmlns:a16="http://schemas.microsoft.com/office/drawing/2014/main" id="{AE42BFC8-F50B-46A8-A1CF-25BDE077FAB9}"/>
              </a:ext>
            </a:extLst>
          </p:cNvPr>
          <p:cNvSpPr>
            <a:spLocks noGrp="1"/>
          </p:cNvSpPr>
          <p:nvPr>
            <p:ph idx="1"/>
          </p:nvPr>
        </p:nvSpPr>
        <p:spPr/>
        <p:txBody>
          <a:bodyPr/>
          <a:lstStyle/>
          <a:p>
            <a:r>
              <a:rPr lang="en-US" sz="2400" dirty="0"/>
              <a:t>To </a:t>
            </a:r>
            <a:r>
              <a:rPr lang="en-US" sz="2400" b="1" dirty="0"/>
              <a:t>separate cross-cutting concerns</a:t>
            </a:r>
            <a:r>
              <a:rPr lang="en-US" sz="2400" dirty="0"/>
              <a:t> (like logging, validation, auditing) from the core page logic by executing code:</a:t>
            </a:r>
          </a:p>
          <a:p>
            <a:pPr>
              <a:buFont typeface="Arial" panose="020B0604020202020204" pitchFamily="34" charset="0"/>
              <a:buChar char="•"/>
            </a:pPr>
            <a:r>
              <a:rPr lang="en-US" sz="2400" dirty="0"/>
              <a:t>Before the page handler runs</a:t>
            </a:r>
          </a:p>
          <a:p>
            <a:pPr>
              <a:buFont typeface="Arial" panose="020B0604020202020204" pitchFamily="34" charset="0"/>
              <a:buChar char="•"/>
            </a:pPr>
            <a:r>
              <a:rPr lang="en-US" sz="2400" dirty="0"/>
              <a:t>After the page handler finishes</a:t>
            </a:r>
          </a:p>
          <a:p>
            <a:endParaRPr lang="en-US" dirty="0"/>
          </a:p>
        </p:txBody>
      </p:sp>
    </p:spTree>
    <p:extLst>
      <p:ext uri="{BB962C8B-B14F-4D97-AF65-F5344CB8AC3E}">
        <p14:creationId xmlns:p14="http://schemas.microsoft.com/office/powerpoint/2010/main" val="272025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B73EE-FEAA-499F-8010-0AE45205EEFC}"/>
              </a:ext>
            </a:extLst>
          </p:cNvPr>
          <p:cNvSpPr>
            <a:spLocks noGrp="1"/>
          </p:cNvSpPr>
          <p:nvPr>
            <p:ph type="title"/>
          </p:nvPr>
        </p:nvSpPr>
        <p:spPr/>
        <p:txBody>
          <a:bodyPr/>
          <a:lstStyle/>
          <a:p>
            <a:r>
              <a:rPr lang="en-US" sz="2400" b="1" dirty="0"/>
              <a:t>When to Use Razor Page Filters</a:t>
            </a:r>
            <a:br>
              <a:rPr lang="en-US" b="1" dirty="0"/>
            </a:br>
            <a:endParaRPr lang="en-US" dirty="0"/>
          </a:p>
        </p:txBody>
      </p:sp>
      <p:sp>
        <p:nvSpPr>
          <p:cNvPr id="4" name="Rectangle 1">
            <a:extLst>
              <a:ext uri="{FF2B5EF4-FFF2-40B4-BE49-F238E27FC236}">
                <a16:creationId xmlns:a16="http://schemas.microsoft.com/office/drawing/2014/main" id="{5D494C80-8FFB-4EC4-8BEB-C73766D11B5A}"/>
              </a:ext>
            </a:extLst>
          </p:cNvPr>
          <p:cNvSpPr>
            <a:spLocks noGrp="1" noChangeArrowheads="1"/>
          </p:cNvSpPr>
          <p:nvPr>
            <p:ph idx="1"/>
          </p:nvPr>
        </p:nvSpPr>
        <p:spPr bwMode="auto">
          <a:xfrm>
            <a:off x="1451579" y="2435783"/>
            <a:ext cx="57551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Logging request and response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Checking authentication or permissions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Modifying input/output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Handling exceptions</a:t>
            </a:r>
          </a:p>
        </p:txBody>
      </p:sp>
    </p:spTree>
    <p:extLst>
      <p:ext uri="{BB962C8B-B14F-4D97-AF65-F5344CB8AC3E}">
        <p14:creationId xmlns:p14="http://schemas.microsoft.com/office/powerpoint/2010/main" val="254082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DF60C-675C-4B6B-9D44-2D3E8508C737}"/>
              </a:ext>
            </a:extLst>
          </p:cNvPr>
          <p:cNvSpPr>
            <a:spLocks noGrp="1"/>
          </p:cNvSpPr>
          <p:nvPr>
            <p:ph type="title"/>
          </p:nvPr>
        </p:nvSpPr>
        <p:spPr/>
        <p:txBody>
          <a:bodyPr/>
          <a:lstStyle/>
          <a:p>
            <a:r>
              <a:rPr lang="en-US" sz="2800" dirty="0"/>
              <a:t>Conclusion</a:t>
            </a:r>
            <a:r>
              <a:rPr lang="en-US" dirty="0"/>
              <a:t>  </a:t>
            </a:r>
          </a:p>
        </p:txBody>
      </p:sp>
      <p:sp>
        <p:nvSpPr>
          <p:cNvPr id="3" name="Rectangle 1">
            <a:extLst>
              <a:ext uri="{FF2B5EF4-FFF2-40B4-BE49-F238E27FC236}">
                <a16:creationId xmlns:a16="http://schemas.microsoft.com/office/drawing/2014/main" id="{C55DBC5F-595B-4498-BF78-862FF6A19CAD}"/>
              </a:ext>
            </a:extLst>
          </p:cNvPr>
          <p:cNvSpPr>
            <a:spLocks noGrp="1" noChangeArrowheads="1"/>
          </p:cNvSpPr>
          <p:nvPr>
            <p:ph idx="1"/>
          </p:nvPr>
        </p:nvSpPr>
        <p:spPr bwMode="auto">
          <a:xfrm>
            <a:off x="541338" y="3064143"/>
            <a:ext cx="1131433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HTML/Tag Helpers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give clear, HTML-like syntax for building forms and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Data Display</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tools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DisplayFor</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formatting) make model data presentation consistent.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Page Events (</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OnGet</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OnPost</a:t>
            </a: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cleanly separate GET vs. POST logic.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cs typeface="Arial" panose="020B0604020202020204" pitchFamily="34" charset="0"/>
              </a:rPr>
              <a:t>🛡️ Filters</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allow reusable cross‑cutting code (like logging and validation) around handlers.</a:t>
            </a:r>
          </a:p>
        </p:txBody>
      </p:sp>
    </p:spTree>
    <p:extLst>
      <p:ext uri="{BB962C8B-B14F-4D97-AF65-F5344CB8AC3E}">
        <p14:creationId xmlns:p14="http://schemas.microsoft.com/office/powerpoint/2010/main" val="48420563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2270</TotalTime>
  <Words>594</Words>
  <Application>Microsoft Office PowerPoint</Application>
  <PresentationFormat>Widescreen</PresentationFormat>
  <Paragraphs>59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Unicode MS</vt:lpstr>
      <vt:lpstr>Gill Sans MT</vt:lpstr>
      <vt:lpstr>Wingdings</vt:lpstr>
      <vt:lpstr>Gallery</vt:lpstr>
      <vt:lpstr>HTML Helpers in ASP.NET Core</vt:lpstr>
      <vt:lpstr>Topics…….</vt:lpstr>
      <vt:lpstr>What is HTML Helper?</vt:lpstr>
      <vt:lpstr>Benefits</vt:lpstr>
      <vt:lpstr>Displaying Data</vt:lpstr>
      <vt:lpstr>Techniques Used to Display Data</vt:lpstr>
      <vt:lpstr>Data Formatting</vt:lpstr>
      <vt:lpstr>Common Techniques for Data Formatting</vt:lpstr>
      <vt:lpstr>PowerPoint Presentation</vt:lpstr>
      <vt:lpstr>Page Events in ASP.NET Core (Razor Pages)</vt:lpstr>
      <vt:lpstr>Common Page Events in Razor Pages</vt:lpstr>
      <vt:lpstr>PowerPoint Presentation</vt:lpstr>
      <vt:lpstr>Why Page Events Are Useful:</vt:lpstr>
      <vt:lpstr>Razor Page Filters</vt:lpstr>
      <vt:lpstr>Purpose: </vt:lpstr>
      <vt:lpstr>When to Use Razor Page Filters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Helpers in ASP.NET Core</dc:title>
  <dc:creator>Anood Nazeer</dc:creator>
  <cp:lastModifiedBy>Anood Nazeer</cp:lastModifiedBy>
  <cp:revision>5</cp:revision>
  <dcterms:created xsi:type="dcterms:W3CDTF">2025-07-08T17:27:00Z</dcterms:created>
  <dcterms:modified xsi:type="dcterms:W3CDTF">2025-07-14T05:48:36Z</dcterms:modified>
</cp:coreProperties>
</file>