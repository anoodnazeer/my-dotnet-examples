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7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0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2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4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7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3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9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9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7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94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8810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65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66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07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91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9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37D4C3-BAF0-4B58-B7F8-AE3984441C3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C3F9B-3CBD-4904-B548-10ACA18E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43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06EF-F1E9-4D0E-8481-FCEDD223F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80622"/>
            <a:ext cx="8825658" cy="2452878"/>
          </a:xfrm>
        </p:spPr>
        <p:txBody>
          <a:bodyPr/>
          <a:lstStyle/>
          <a:p>
            <a:pPr algn="ctr"/>
            <a:r>
              <a:rPr lang="en-US" dirty="0"/>
              <a:t>Forms</a:t>
            </a:r>
            <a:br>
              <a:rPr lang="en-US" dirty="0"/>
            </a:b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4A16F-D00D-4995-8913-B748F4762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90737"/>
            <a:ext cx="8825658" cy="1395663"/>
          </a:xfrm>
        </p:spPr>
        <p:txBody>
          <a:bodyPr>
            <a:normAutofit/>
          </a:bodyPr>
          <a:lstStyle/>
          <a:p>
            <a:r>
              <a:rPr lang="en-US" dirty="0"/>
              <a:t>I</a:t>
            </a:r>
          </a:p>
          <a:p>
            <a:r>
              <a:rPr lang="en-US" dirty="0"/>
              <a:t>                                                                            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Anood nazeer</a:t>
            </a:r>
          </a:p>
        </p:txBody>
      </p:sp>
    </p:spTree>
    <p:extLst>
      <p:ext uri="{BB962C8B-B14F-4D97-AF65-F5344CB8AC3E}">
        <p14:creationId xmlns:p14="http://schemas.microsoft.com/office/powerpoint/2010/main" val="257222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5F3978-0E3D-45F1-B2B3-A49B2D15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1848051"/>
            <a:ext cx="6083166" cy="1010652"/>
          </a:xfrm>
        </p:spPr>
        <p:txBody>
          <a:bodyPr/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010579-CC0A-4E68-9AA1-64DB88C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631440"/>
            <a:ext cx="8825659" cy="40030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tag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attributes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controls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 The power of HTML 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33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B7CE-3963-48B1-9A9C-2AFFA5CE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68404"/>
            <a:ext cx="8825659" cy="721895"/>
          </a:xfrm>
        </p:spPr>
        <p:txBody>
          <a:bodyPr/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1DCE-20CD-4457-91A2-48F401979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790300"/>
            <a:ext cx="8825659" cy="39992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form is a container for input elements on a web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elements contain data that is send to the web server for 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basic parts of form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Designing of forms using fields, labels, buttons,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Processing of the form after submit.</a:t>
            </a:r>
          </a:p>
        </p:txBody>
      </p:sp>
    </p:spTree>
    <p:extLst>
      <p:ext uri="{BB962C8B-B14F-4D97-AF65-F5344CB8AC3E}">
        <p14:creationId xmlns:p14="http://schemas.microsoft.com/office/powerpoint/2010/main" val="68613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5C24-A0E2-4036-8BA5-6A390545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27773"/>
            <a:ext cx="8825659" cy="1029903"/>
          </a:xfrm>
        </p:spPr>
        <p:txBody>
          <a:bodyPr/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&lt;form&gt; tag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7902-882C-47DF-BAEB-E174AFBFB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578542"/>
            <a:ext cx="8825659" cy="615054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HTML &lt;form&gt;  element is used to create an HTML form for user input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&lt;form&gt;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form elements</a:t>
            </a: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&lt;/form&gt;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&lt;form&gt; elements is a  container for different types of input elements,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: text fields , checkboxes, radio button, file, buttons 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84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18F9-D700-46BA-8ED7-49FD4CF48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1"/>
            <a:ext cx="8825659" cy="653716"/>
          </a:xfrm>
        </p:spPr>
        <p:txBody>
          <a:bodyPr/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&lt;form&gt;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CA761-7436-4078-803C-1E89F0854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694045"/>
            <a:ext cx="10597492" cy="500513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action attributes defines the action to be performed when the form I submitted.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Usually the form data send to a file on the server when the user click on the submit button.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target attributes specifies  where to display the response that is received after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submitting the form.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method attribute specifies the HTTP method to be used when submitting the form data.       </a:t>
            </a:r>
          </a:p>
        </p:txBody>
      </p:sp>
    </p:spTree>
    <p:extLst>
      <p:ext uri="{BB962C8B-B14F-4D97-AF65-F5344CB8AC3E}">
        <p14:creationId xmlns:p14="http://schemas.microsoft.com/office/powerpoint/2010/main" val="15893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3462-08F4-4494-8F1D-64E7F690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825659" cy="692217"/>
          </a:xfrm>
        </p:spPr>
        <p:txBody>
          <a:bodyPr/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elements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0085D-001A-436F-A672-5F127CA38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703673"/>
            <a:ext cx="8825659" cy="43161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HTML &lt;form&gt; elements can contain one or more of the following form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&lt;input&gt;                                   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&lt;button&gt;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&lt;label&gt;                                  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&lt;option&gt;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&lt;select&gt;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&lt;text area&gt;</a:t>
            </a:r>
          </a:p>
        </p:txBody>
      </p:sp>
    </p:spTree>
    <p:extLst>
      <p:ext uri="{BB962C8B-B14F-4D97-AF65-F5344CB8AC3E}">
        <p14:creationId xmlns:p14="http://schemas.microsoft.com/office/powerpoint/2010/main" val="421305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35AB-20BD-481D-9ACE-2A0C4A7F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636295"/>
            <a:ext cx="8825659" cy="972150"/>
          </a:xfrm>
        </p:spPr>
        <p:txBody>
          <a:bodyPr/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controls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069F-7848-4997-95E3-D38CF1E5D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348564"/>
            <a:ext cx="8825659" cy="36712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&lt;input&gt;        -   text ,radio buttons, checkboxes, files,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passwords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&lt;button&gt;     -    buttons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-    multiline text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&lt;select&gt;       -   drop down list</a:t>
            </a:r>
          </a:p>
        </p:txBody>
      </p:sp>
    </p:spTree>
    <p:extLst>
      <p:ext uri="{BB962C8B-B14F-4D97-AF65-F5344CB8AC3E}">
        <p14:creationId xmlns:p14="http://schemas.microsoft.com/office/powerpoint/2010/main" val="291100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F2DA-EA09-433C-90ED-C12EC49C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914400"/>
            <a:ext cx="6505460" cy="9388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type=“text”&gt;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3A680-FEEA-4690-8F7A-95CC2A618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762" y="2060575"/>
            <a:ext cx="6189044" cy="4195763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&lt;input type="text"&gt; element creates a text box where users can type a single line of text.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--- control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        --- initial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            --- initial display 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maxlength --- maximum number of characters a used may enter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69B4B40-B687-474F-9AAB-15BF0BD3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9815" y="2060575"/>
            <a:ext cx="4620125" cy="4195763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 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 =“text” name=“userid”  size =“10”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maxlength=“8”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927991-EB65-46DB-90D3-CAE4AE38F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841" y="4158456"/>
            <a:ext cx="2983833" cy="51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4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87B4E4-0971-42A6-B7BB-B28E76A8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62" y="808522"/>
            <a:ext cx="5392137" cy="59676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type=“password”&gt;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40E3D8-505C-42BC-8114-CF281D4E9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636" y="2056091"/>
            <a:ext cx="5105015" cy="4431336"/>
          </a:xfrm>
          <a:ln>
            <a:solidFill>
              <a:srgbClr val="FFFF00"/>
            </a:solidFill>
          </a:ln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&lt;input type="password"&gt; element creates a text box where users can type a password, and the characters are hidden for privacy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 :  same as for “text”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typed are rendered as *s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only in this user agent 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value sent in the clear over HTTP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A00FB9-BB9A-4A72-BDAA-448D0A356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1"/>
            <a:ext cx="5886198" cy="4200246"/>
          </a:xfrm>
          <a:ln>
            <a:solidFill>
              <a:srgbClr val="FFFF00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type=“password” name=“passwd” size=“10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=“8”&gt;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6D646-DCCE-4E71-9680-68D2AAD39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88" y="4347128"/>
            <a:ext cx="3837839" cy="4847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92AC9E-74C7-496C-BFDA-806759E04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878"/>
            <a:ext cx="21352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7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D8A9-E1BE-4A59-8D98-4FE39001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924024"/>
            <a:ext cx="5008381" cy="92922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type=“hidden&gt;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3D3DA-F689-4F70-AF56-E5D36D2A4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2060575"/>
            <a:ext cx="4853539" cy="4195763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type="hidden" attribute is used in &lt;input&gt; elements to store data that is not visible to the user but can be sent to the server when the form is submitted.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 –control name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 –initial (only value)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25193-2EE7-43A7-ADFD-6772B100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991048" cy="4200245"/>
          </a:xfrm>
          <a:ln>
            <a:solidFill>
              <a:srgbClr val="FFFF00"/>
            </a:solidFill>
          </a:ln>
        </p:spPr>
        <p:txBody>
          <a:bodyPr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type=“hidden” name=“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sccret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value=“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sssshhhh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!”&gt;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E3F3A-EB63-43A2-ACFD-71ADEEF89110}"/>
              </a:ext>
            </a:extLst>
          </p:cNvPr>
          <p:cNvSpPr/>
          <p:nvPr/>
        </p:nvSpPr>
        <p:spPr>
          <a:xfrm>
            <a:off x="6692351" y="4427621"/>
            <a:ext cx="3337173" cy="13764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2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85BA-3726-4272-81CE-8A099F2C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1" y="952900"/>
            <a:ext cx="4662221" cy="90034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8C551-1532-4FF3-B488-B599766D1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multiline input text area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 – the number of lines of input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Cols – in average character widths.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the name of the control.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3232C-D9D7-4915-8C7B-FE072ACFD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794" y="2056092"/>
            <a:ext cx="5139890" cy="4200245"/>
          </a:xfrm>
          <a:ln>
            <a:solidFill>
              <a:srgbClr val="FFFF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rows=“5” cols=“40” name=“name”&gt; This is the default value&lt;/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F78908-65DF-46B0-B9FB-205B511DA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89" y="3883040"/>
            <a:ext cx="3923482" cy="15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3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6465-AE9E-4E92-810D-55D86F58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1896"/>
            <a:ext cx="8825659" cy="101065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 =“radio”&gt;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92DDB-FD98-47B9-A380-848995E2D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573" y="1626669"/>
            <a:ext cx="9615715" cy="517839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radio button.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EEF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"radio" input type, which creates a radio button, allowing users to select only one option from a group of related choices within a 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– control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 – value associated with selected radio button.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Checked – initial state of the button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mutullay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exclusive group is created by creating several elements with the same name attribute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03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50E74-6D5A-4102-BCD2-4F54E439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029903"/>
            <a:ext cx="9991101" cy="4989897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Eye color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&lt;input type=“radio” name=“eye-c”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Value=“brown”&gt;brown 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&lt;input type=“radio” name=“eye-c”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Value=“blue” checked=“checked”&gt;blue 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&lt;input type=“radio” name=“eye-c”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Value=“green”&gt;green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7F060-15B6-4927-846E-B819B52BA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86" y="1878794"/>
            <a:ext cx="2690820" cy="367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387C-D909-4953-BCB9-A1C1624C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24026"/>
            <a:ext cx="8825659" cy="75077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type=“checkbox”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95270-A662-4601-A8B3-8F4078558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953929"/>
            <a:ext cx="8825659" cy="460087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checkbox in HTML is a square box element that allows users to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one or more options from a list by clicking on it,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acting like a tick box where you can choose to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"check" or "uncheck" an option;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created using the &lt;input type="checkbox"&gt; tag in HTML code.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Attrbutes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control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–value associated with selected checkbox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–initial state of the checkbox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049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463AE-C48B-49C1-8163-D4E66BA56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98383"/>
            <a:ext cx="10250983" cy="5727032"/>
          </a:xfrm>
        </p:spPr>
        <p:txBody>
          <a:bodyPr/>
          <a:lstStyle/>
          <a:p>
            <a:r>
              <a:rPr lang="en-US" dirty="0" err="1"/>
              <a:t>Favourite</a:t>
            </a:r>
            <a:r>
              <a:rPr lang="en-US" dirty="0"/>
              <a:t> foods :</a:t>
            </a:r>
          </a:p>
          <a:p>
            <a:r>
              <a:rPr lang="en-US" dirty="0"/>
              <a:t>&lt;input type="checkbox"  name=“</a:t>
            </a:r>
            <a:r>
              <a:rPr lang="en-US" dirty="0" err="1"/>
              <a:t>ffood</a:t>
            </a:r>
            <a:r>
              <a:rPr lang="en-US" dirty="0"/>
              <a:t>" value=“tofu"&gt; Tofu 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  &lt;input type="checkbox"  name=" </a:t>
            </a:r>
            <a:r>
              <a:rPr lang="en-US" dirty="0" err="1"/>
              <a:t>ffood</a:t>
            </a:r>
            <a:r>
              <a:rPr lang="en-US" dirty="0"/>
              <a:t> " value=“lentils" &gt; Lentils 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  &lt;input type="checkbox"  name=" </a:t>
            </a:r>
            <a:r>
              <a:rPr lang="en-US" dirty="0" err="1"/>
              <a:t>ffood</a:t>
            </a:r>
            <a:r>
              <a:rPr lang="en-US" dirty="0"/>
              <a:t> " value=“steak"&gt;Steak 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3CADA-4C02-4301-A50A-1D9DD6D25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846" y="3147461"/>
            <a:ext cx="3181794" cy="237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50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99DF-8594-4E3C-BE54-BAC1FDD1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661" y="500514"/>
            <a:ext cx="8661952" cy="78927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&lt;select&gt;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0B64-1C98-4566-83DE-3EEE76615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212783"/>
            <a:ext cx="8825659" cy="5496025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element containing one or more &lt;option&gt; elements.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control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– number of list item visible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a dropdown menu, you use the &lt;select&gt; element with &lt;option&gt; elements inside it.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&lt;option&gt; element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one option in a list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– indicates that the option is pre selected.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– initial value of the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–alternate string to display rather than the content of the element.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71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C7B7-1896-4FA5-A69D-A8C7C777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519764"/>
            <a:ext cx="9404723" cy="6169795"/>
          </a:xfrm>
          <a:ln>
            <a:noFill/>
          </a:ln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car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&lt;select name="cars" size=“1"&gt;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volvo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"&gt;Volvo&lt;/option&gt;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"&gt;Saab&lt;/option&gt;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"&gt;Opel&lt;/option&gt;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"&gt;Audi&lt;/option&gt;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&lt;/select&gt;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A197D-1337-442D-AFF2-65449D0EC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270" y="3749039"/>
            <a:ext cx="3400405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1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2E00-EF22-49D9-9011-D76CBF411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6" y="866274"/>
            <a:ext cx="9088308" cy="98697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type=“file”&gt;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685E7-DFCD-403D-8155-20DEF5BF7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884" y="2060575"/>
            <a:ext cx="5573028" cy="4195763"/>
          </a:xfrm>
          <a:ln>
            <a:solidFill>
              <a:srgbClr val="FFFF00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Allows an entire file to be submitted with a</a:t>
            </a:r>
          </a:p>
          <a:p>
            <a:pPr marL="0" indent="0">
              <a:buNone/>
            </a:pPr>
            <a:r>
              <a:rPr lang="en-US" dirty="0"/>
              <a:t>      Form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 –control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–initial file to 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07F1B-3D02-46D9-B325-3FD933760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8552" y="2060575"/>
            <a:ext cx="4985886" cy="4195763"/>
          </a:xfrm>
          <a:ln>
            <a:solidFill>
              <a:srgbClr val="FFFF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Image file :</a:t>
            </a:r>
          </a:p>
          <a:p>
            <a:pPr marL="0" indent="0">
              <a:buNone/>
            </a:pPr>
            <a:r>
              <a:rPr lang="en-US" dirty="0"/>
              <a:t> &lt;input type=“file” name=“</a:t>
            </a:r>
            <a:r>
              <a:rPr lang="en-US" dirty="0" err="1"/>
              <a:t>img.file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Value=“c:\boot.int” size=“10”&gt;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4B645-46C3-468E-9665-751820B97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795" y="4278388"/>
            <a:ext cx="4077751" cy="9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78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795C-27D5-438D-8684-972FB913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39016"/>
            <a:ext cx="8825659" cy="59676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FE0E-C4ED-4BCF-AAD2-5CB19AF68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1135782"/>
            <a:ext cx="8825659" cy="518320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Submit – causes the form to be submitted to the web server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Reset –causes all input controls within the &lt;form&gt; to be restored to their </a:t>
            </a:r>
          </a:p>
          <a:p>
            <a:r>
              <a:rPr lang="en-US" dirty="0"/>
              <a:t>             initial button.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Attributes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 – control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Type –submit, reset, image, button</a:t>
            </a:r>
          </a:p>
          <a:p>
            <a:r>
              <a:rPr lang="en-US" dirty="0"/>
              <a:t>              Image creates a graphical submit button</a:t>
            </a:r>
          </a:p>
          <a:p>
            <a:r>
              <a:rPr lang="en-US" dirty="0"/>
              <a:t>              Button creates a generic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– text to display on button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24C2-694D-40FF-9615-E84E50A5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36880"/>
            <a:ext cx="8825659" cy="75184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power of HTML 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26FB4-FA3F-4C89-9A6C-E3068D8D9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1360" y="1442720"/>
            <a:ext cx="10840720" cy="5252720"/>
          </a:xfrm>
        </p:spPr>
        <p:txBody>
          <a:bodyPr>
            <a:normAutofit/>
          </a:bodyPr>
          <a:lstStyle/>
          <a:p>
            <a:endParaRPr lang="en-US" u="sng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HTML forms are essential for collecting and processing user input, enabling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dynamic user interaction.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Form tags, inputs, and other interactive components like dropdown, checkbox and buttons.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Attributes  like methods and action ensure proper data handling.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Seamless user experience and data submission.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Integrates with back-end technologies for powerful functionality.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: From simple login pages to complex surveys, forms are the backbone of web interactivity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650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</TotalTime>
  <Words>1258</Words>
  <Application>Microsoft Office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Century Gothic</vt:lpstr>
      <vt:lpstr>Times New Roman</vt:lpstr>
      <vt:lpstr>Wingdings</vt:lpstr>
      <vt:lpstr>Wingdings 3</vt:lpstr>
      <vt:lpstr>Ion</vt:lpstr>
      <vt:lpstr>Forms IN HTML</vt:lpstr>
      <vt:lpstr>Topics</vt:lpstr>
      <vt:lpstr>HTML Forms</vt:lpstr>
      <vt:lpstr>&lt;form&gt; tag</vt:lpstr>
      <vt:lpstr>&lt;form&gt; attributes</vt:lpstr>
      <vt:lpstr>Form elements</vt:lpstr>
      <vt:lpstr>Input controls</vt:lpstr>
      <vt:lpstr>&lt;input type=“text”&gt;</vt:lpstr>
      <vt:lpstr>&lt;input type=“password”&gt;</vt:lpstr>
      <vt:lpstr>&lt;input type=“hidden&gt;</vt:lpstr>
      <vt:lpstr>&lt;textarea&gt;</vt:lpstr>
      <vt:lpstr>&lt;input type =“radio”&gt;</vt:lpstr>
      <vt:lpstr>PowerPoint Presentation</vt:lpstr>
      <vt:lpstr>&lt;input type=“checkbox”</vt:lpstr>
      <vt:lpstr>PowerPoint Presentation</vt:lpstr>
      <vt:lpstr>&lt;select&gt;</vt:lpstr>
      <vt:lpstr>Select a car : &lt;select name="cars" size=“1"&gt;     &lt;option value="volvo"&gt;Volvo&lt;/option&gt;     &lt;option value="saab"&gt;Saab&lt;/option&gt;     &lt;option value="opel"&gt;Opel&lt;/option&gt;     &lt;option value="audi"&gt;Audi&lt;/option&gt;   &lt;/select&gt;</vt:lpstr>
      <vt:lpstr>&lt;input type=“file”&gt;</vt:lpstr>
      <vt:lpstr>Buttons</vt:lpstr>
      <vt:lpstr>Conclusion: The power of HTML forms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Formas</dc:title>
  <dc:creator>user</dc:creator>
  <cp:lastModifiedBy>user</cp:lastModifiedBy>
  <cp:revision>37</cp:revision>
  <dcterms:created xsi:type="dcterms:W3CDTF">2025-01-25T17:30:49Z</dcterms:created>
  <dcterms:modified xsi:type="dcterms:W3CDTF">2025-01-28T04:45:41Z</dcterms:modified>
</cp:coreProperties>
</file>