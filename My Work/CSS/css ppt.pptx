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395" autoAdjust="0"/>
  </p:normalViewPr>
  <p:slideViewPr>
    <p:cSldViewPr snapToGrid="0">
      <p:cViewPr varScale="1">
        <p:scale>
          <a:sx n="57" d="100"/>
          <a:sy n="57" d="100"/>
        </p:scale>
        <p:origin x="268" y="32"/>
      </p:cViewPr>
      <p:guideLst/>
    </p:cSldViewPr>
  </p:slideViewPr>
  <p:outlineViewPr>
    <p:cViewPr>
      <p:scale>
        <a:sx n="33" d="100"/>
        <a:sy n="33" d="100"/>
      </p:scale>
      <p:origin x="0" y="-76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2708" y="4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32FDD1-295E-4FF0-922D-6291B8690AE2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959591-E548-4B73-9596-8B39CC107B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40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959591-E548-4B73-9596-8B39CC107B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395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941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6728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18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508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679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067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181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02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352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701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317348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50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61236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49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3549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529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4253FF-7D69-42E7-9D1F-F2556915B088}" type="datetimeFigureOut">
              <a:rPr lang="en-US" smtClean="0"/>
              <a:t>2/22/2025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55C103A-9206-4A91-9AB0-04DBA4D166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944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6" r:id="rId7"/>
    <p:sldLayoutId id="2147483767" r:id="rId8"/>
    <p:sldLayoutId id="2147483768" r:id="rId9"/>
    <p:sldLayoutId id="2147483769" r:id="rId10"/>
    <p:sldLayoutId id="2147483770" r:id="rId11"/>
    <p:sldLayoutId id="2147483771" r:id="rId12"/>
    <p:sldLayoutId id="2147483772" r:id="rId13"/>
    <p:sldLayoutId id="2147483773" r:id="rId14"/>
    <p:sldLayoutId id="2147483774" r:id="rId15"/>
    <p:sldLayoutId id="214748377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38D6908-17C3-42C3-888B-8B62F5EA33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2667001" y="2294290"/>
            <a:ext cx="718530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</a:pPr>
            <a:endParaRPr lang="en-US" altLang="en-US" sz="1350" cap="none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algn="l" eaLnBrk="0" fontAlgn="base" hangingPunct="0">
              <a:lnSpc>
                <a:spcPct val="100000"/>
              </a:lnSpc>
              <a:spcAft>
                <a:spcPct val="0"/>
              </a:spcAft>
              <a:buFontTx/>
              <a:buChar char="•"/>
            </a:pPr>
            <a:r>
              <a:rPr lang="en-US" altLang="en-US" sz="21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Introduction to CSS (Cascading Style Sheets)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13FD63-EBE0-4079-B40B-0AC7C9529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The Basics of Styling Web Pages</a:t>
            </a:r>
          </a:p>
          <a:p>
            <a:endParaRPr lang="en-US" sz="1200" dirty="0">
              <a:latin typeface="Arial" panose="020B0604020202020204" pitchFamily="34" charset="0"/>
            </a:endParaRPr>
          </a:p>
          <a:p>
            <a:endParaRPr lang="en-US" sz="1200" dirty="0">
              <a:latin typeface="Arial" panose="020B0604020202020204" pitchFamily="34" charset="0"/>
            </a:endParaRPr>
          </a:p>
          <a:p>
            <a:r>
              <a:rPr lang="en-US" altLang="en-US" sz="1200" b="1" dirty="0">
                <a:solidFill>
                  <a:schemeClr val="tx1"/>
                </a:solidFill>
                <a:latin typeface="Arial" panose="020B0604020202020204" pitchFamily="34" charset="0"/>
              </a:rPr>
              <a:t>ANOOD NAZEER  / 18-02-2025</a:t>
            </a:r>
            <a:r>
              <a:rPr lang="en-US" altLang="en-US" sz="12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058992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8C4A3-2E37-4F6C-99DC-F649C7FE2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CSS?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FD2CC1-5C9C-4D9D-AB8A-5706190126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CSS stands for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Cascading Style Sheets.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It is used to define the visual appearance of HTML elements.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CSS allows you to separate the structure (HTML) from the design (styles).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It enables you to control the layout, colors, fonts, and spacing of a webpage.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14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3A90-0EC3-4E7E-8C46-9C686A7C3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CSS?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BAF49-2BAB-4389-A7CC-EEEC92013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 of Concerns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HTML for structure, CSS for style.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Improved Accessibility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Makes it easier to create readable and navigable web pages.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Consistency: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Ensures uniform styling across the website.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Flexibility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Allows for responsive designs that work on different screen sizes.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Customization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Offers vast options for personalizing the design of a website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2844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E5A5D-3177-4D79-86B0-2F4B57DF0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Basic CSS Syntax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72C68-77F9-4F0A-85AA-121F380D0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 basic CSS rule consists of a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selector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declaration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block.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1845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27E58-19FB-4F0D-94E4-53E265F9B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31FF97-D694-4516-8FC9-F68D0E9DABD9}"/>
              </a:ext>
            </a:extLst>
          </p:cNvPr>
          <p:cNvSpPr txBox="1"/>
          <p:nvPr/>
        </p:nvSpPr>
        <p:spPr>
          <a:xfrm>
            <a:off x="3632184" y="2828079"/>
            <a:ext cx="45732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selector {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property: value;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29341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751411-CD16-4E86-9AB7-17E184843637}"/>
              </a:ext>
            </a:extLst>
          </p:cNvPr>
          <p:cNvSpPr txBox="1"/>
          <p:nvPr/>
        </p:nvSpPr>
        <p:spPr>
          <a:xfrm>
            <a:off x="3810603" y="2980681"/>
            <a:ext cx="457320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body {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background-color: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lightblue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font-family: Arial, sans-serif;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772738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22168-F110-4744-8790-34EBE109D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  <a:t>How to Add CSS to HTML</a:t>
            </a:r>
            <a:b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4CFB030-B23F-45FE-ABA1-6FFB717C3A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5" y="3565834"/>
            <a:ext cx="114772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Inline CSS</a:t>
            </a:r>
            <a:r>
              <a:rPr lang="en-US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 Directly within an HTML element (not recommended for large projects).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89851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6448CB2-0F39-4451-BB4B-218D57FFD9F0}"/>
              </a:ext>
            </a:extLst>
          </p:cNvPr>
          <p:cNvSpPr txBox="1"/>
          <p:nvPr/>
        </p:nvSpPr>
        <p:spPr>
          <a:xfrm>
            <a:off x="3166947" y="3292305"/>
            <a:ext cx="521686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1350" dirty="0"/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&lt;p style="color: blue;"&gt;Hello World!&lt;/p&gt;</a:t>
            </a: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&lt;style&gt;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body {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  background-color: </a:t>
            </a:r>
            <a:r>
              <a:rPr lang="en-US" sz="2000" b="1" dirty="0" err="1">
                <a:latin typeface="Arial" panose="020B0604020202020204" pitchFamily="34" charset="0"/>
                <a:cs typeface="Arial" panose="020B0604020202020204" pitchFamily="34" charset="0"/>
              </a:rPr>
              <a:t>lightgreen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  }</a:t>
            </a:r>
          </a:p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&lt;/style&gt;</a:t>
            </a:r>
          </a:p>
          <a:p>
            <a:endParaRPr lang="en-US" sz="1350" dirty="0"/>
          </a:p>
          <a:p>
            <a:endParaRPr lang="en-US" sz="1350" dirty="0"/>
          </a:p>
          <a:p>
            <a:endParaRPr lang="en-US" sz="135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BC74C8F-A868-4172-B684-907C0908EF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840189"/>
            <a:ext cx="7763985" cy="3770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CSS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Inside the &lt;style&gt; tag within the &lt;head&gt; section. </a:t>
            </a:r>
          </a:p>
        </p:txBody>
      </p:sp>
    </p:spTree>
    <p:extLst>
      <p:ext uri="{BB962C8B-B14F-4D97-AF65-F5344CB8AC3E}">
        <p14:creationId xmlns:p14="http://schemas.microsoft.com/office/powerpoint/2010/main" val="26955931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DB115-7275-4761-AAF8-84B092164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68" y="486937"/>
            <a:ext cx="8596668" cy="1320800"/>
          </a:xfrm>
        </p:spPr>
        <p:txBody>
          <a:bodyPr>
            <a:normAutofit fontScale="90000"/>
          </a:bodyPr>
          <a:lstStyle/>
          <a:p>
            <a:r>
              <a:rPr lang="en-US" altLang="en-US" sz="3300" b="1" cap="none" dirty="0">
                <a:solidFill>
                  <a:srgbClr val="C00000"/>
                </a:solidFill>
                <a:latin typeface="Arial" panose="020B0604020202020204" pitchFamily="34" charset="0"/>
              </a:rPr>
              <a:t>External CSS</a:t>
            </a:r>
            <a: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33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In a separate file with a </a:t>
            </a:r>
            <a:r>
              <a:rPr lang="en-US" altLang="en-US" sz="1500" b="1" cap="none" dirty="0">
                <a:solidFill>
                  <a:schemeClr val="tx1"/>
                </a:solidFill>
                <a:latin typeface="Arial Unicode MS"/>
              </a:rPr>
              <a:t>.</a:t>
            </a:r>
            <a:r>
              <a:rPr lang="en-US" altLang="en-US" sz="1500" b="1" cap="none" dirty="0" err="1">
                <a:solidFill>
                  <a:schemeClr val="tx1"/>
                </a:solidFill>
                <a:latin typeface="Arial Unicode MS"/>
              </a:rPr>
              <a:t>css</a:t>
            </a:r>
            <a:r>
              <a:rPr lang="en-US" altLang="en-US" sz="1500" b="1" cap="none" dirty="0">
                <a:solidFill>
                  <a:schemeClr val="tx1"/>
                </a:solidFill>
              </a:rPr>
              <a:t> extension,.</a:t>
            </a:r>
            <a:br>
              <a:rPr lang="en-US" altLang="en-US" sz="1500" b="1" cap="none" dirty="0">
                <a:solidFill>
                  <a:schemeClr val="tx1"/>
                </a:solidFill>
                <a:latin typeface="Arial Unicode MS"/>
              </a:rPr>
            </a:br>
            <a:endParaRPr lang="en-US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AF3F8D-D8A2-48DA-A81F-52A0A1E544C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52650" y="2863713"/>
            <a:ext cx="544970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&lt;link </a:t>
            </a:r>
            <a:r>
              <a:rPr lang="en-US" altLang="en-US" sz="2000" b="1" dirty="0" err="1">
                <a:latin typeface="Arial" panose="020B0604020202020204" pitchFamily="34" charset="0"/>
              </a:rPr>
              <a:t>rel</a:t>
            </a:r>
            <a:r>
              <a:rPr lang="en-US" altLang="en-US" sz="2000" b="1" dirty="0">
                <a:latin typeface="Arial" panose="020B0604020202020204" pitchFamily="34" charset="0"/>
              </a:rPr>
              <a:t>="stylesheet" </a:t>
            </a:r>
            <a:r>
              <a:rPr lang="en-US" altLang="en-US" sz="2000" b="1" dirty="0" err="1">
                <a:latin typeface="Arial" panose="020B0604020202020204" pitchFamily="34" charset="0"/>
              </a:rPr>
              <a:t>href</a:t>
            </a:r>
            <a:r>
              <a:rPr lang="en-US" altLang="en-US" sz="2000" b="1" dirty="0">
                <a:latin typeface="Arial" panose="020B0604020202020204" pitchFamily="34" charset="0"/>
              </a:rPr>
              <a:t>="styles.css"&gt;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12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A5D41-FC13-4A24-B663-31C8594D44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0934" y="1232297"/>
            <a:ext cx="7886700" cy="994172"/>
          </a:xfrm>
        </p:spPr>
        <p:txBody>
          <a:bodyPr>
            <a:normAutofit fontScale="90000"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1350" b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33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CSS Selectors</a:t>
            </a:r>
            <a:b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1B50244-29C0-4D22-90F5-9528D13974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86524" y="3144000"/>
            <a:ext cx="8124021" cy="2431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714500" lvl="5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Universal Selector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* – Targets all elements.</a:t>
            </a: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Type Selector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p, h1, div – Targets specific HTML elements.</a:t>
            </a: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 Selector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.class-name – Targets elements with a specific class.</a:t>
            </a: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 Selector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#id-name – Targets elements with a specific ID.</a:t>
            </a: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Attribute Selector</a:t>
            </a:r>
            <a:r>
              <a:rPr lang="en-US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: [type="text"] – Targets elements with a specific attribute.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3873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1C7A-68DE-442B-A158-AEC52E269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1350" b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  <a:t>Common CSS Properties</a:t>
            </a:r>
            <a:br>
              <a:rPr lang="en-US" altLang="en-US" sz="330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641171C-A8A2-44BF-94F1-0A9B4FEF876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152651" y="2327719"/>
            <a:ext cx="4590649" cy="27392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Color: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color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background-color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Font: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font-family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font-size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font-weight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Box Model: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margin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padding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border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width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height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Layout: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display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position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float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3429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000" b="1" dirty="0">
                <a:solidFill>
                  <a:schemeClr val="tx1"/>
                </a:solidFill>
                <a:latin typeface="Arial" panose="020B0604020202020204" pitchFamily="34" charset="0"/>
              </a:rPr>
              <a:t>Text: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text-align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line-height</a:t>
            </a:r>
            <a:r>
              <a:rPr lang="en-US" altLang="en-US" sz="2000" b="1" dirty="0">
                <a:solidFill>
                  <a:schemeClr val="tx1"/>
                </a:solidFill>
              </a:rPr>
              <a:t>, </a:t>
            </a:r>
            <a:r>
              <a:rPr lang="en-US" altLang="en-US" sz="2000" b="1" dirty="0">
                <a:solidFill>
                  <a:schemeClr val="tx1"/>
                </a:solidFill>
                <a:latin typeface="Arial Unicode MS"/>
              </a:rPr>
              <a:t>letter-spacing</a:t>
            </a:r>
            <a:endParaRPr lang="en-US" altLang="en-US" sz="2000" b="1" dirty="0">
              <a:solidFill>
                <a:schemeClr val="tx1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191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7A953-1EE1-4807-A667-0515BBB11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2650" y="1131094"/>
            <a:ext cx="7886700" cy="1718586"/>
          </a:xfrm>
        </p:spPr>
        <p:txBody>
          <a:bodyPr>
            <a:normAutofit fontScale="90000"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br>
              <a:rPr lang="en-US" altLang="en-US" sz="675" b="1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1350" cap="none" dirty="0">
                <a:solidFill>
                  <a:schemeClr val="tx1"/>
                </a:solidFill>
                <a:latin typeface="Arial" panose="020B0604020202020204" pitchFamily="34" charset="0"/>
              </a:rPr>
              <a:t>: </a:t>
            </a:r>
            <a:r>
              <a:rPr lang="en-US" altLang="en-US" sz="2000" cap="none" dirty="0">
                <a:solidFill>
                  <a:schemeClr val="tx1"/>
                </a:solidFill>
                <a:latin typeface="Arial" panose="020B0604020202020204" pitchFamily="34" charset="0"/>
              </a:rPr>
              <a:t>Responsive Design with CSS</a:t>
            </a:r>
            <a:br>
              <a:rPr lang="en-US" altLang="en-US" sz="135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br>
              <a:rPr lang="en-US" altLang="en-US" sz="1350" cap="none" dirty="0">
                <a:solidFill>
                  <a:schemeClr val="tx1"/>
                </a:solidFill>
                <a:latin typeface="Arial" panose="020B0604020202020204" pitchFamily="34" charset="0"/>
              </a:rPr>
            </a:br>
            <a:r>
              <a:rPr lang="en-US" altLang="en-US" sz="2000" b="1" cap="none" dirty="0">
                <a:solidFill>
                  <a:schemeClr val="tx1"/>
                </a:solidFill>
                <a:latin typeface="Arial" panose="020B0604020202020204" pitchFamily="34" charset="0"/>
              </a:rPr>
              <a:t>Media Queries: Allows CSS rules to be applied based on screen size.</a:t>
            </a:r>
            <a:br>
              <a:rPr lang="en-US" altLang="en-US" sz="2000" b="1" cap="none" dirty="0">
                <a:solidFill>
                  <a:schemeClr val="tx1"/>
                </a:solidFill>
                <a:latin typeface="Arial Unicode MS"/>
              </a:rPr>
            </a:br>
            <a:br>
              <a:rPr lang="en-US" altLang="en-US" sz="2000" b="1" cap="none" dirty="0">
                <a:solidFill>
                  <a:schemeClr val="tx1"/>
                </a:solidFill>
                <a:latin typeface="Arial Unicode MS"/>
              </a:rPr>
            </a:br>
            <a:endParaRPr lang="en-US" sz="2000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81D85A-04D3-434E-BA25-347C9E665E0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333123" y="2271457"/>
            <a:ext cx="6850180" cy="28392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68580" tIns="34290" rIns="68580" bIns="3429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@media (max-width: 600px) 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  body {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    background-color: </a:t>
            </a:r>
            <a:r>
              <a:rPr lang="en-US" altLang="en-US" sz="2000" b="1" dirty="0" err="1">
                <a:latin typeface="Arial" panose="020B0604020202020204" pitchFamily="34" charset="0"/>
              </a:rPr>
              <a:t>lightpink</a:t>
            </a:r>
            <a:r>
              <a:rPr lang="en-US" altLang="en-US" sz="2000" b="1" dirty="0">
                <a:latin typeface="Arial" panose="020B0604020202020204" pitchFamily="34" charset="0"/>
              </a:rPr>
              <a:t>;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  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000" b="1" dirty="0">
                <a:latin typeface="Arial" panose="020B0604020202020204" pitchFamily="34" charset="0"/>
              </a:rPr>
              <a:t>}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2000" b="1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sz="2000" b="1" dirty="0"/>
              <a:t>Flexbox and Grid: Powerful layout techniques to create responsive, flexible layouts.</a:t>
            </a:r>
            <a:endParaRPr lang="en-US" altLang="en-US" sz="2000" b="1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2842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98BB0-85CA-41B9-8866-E660D4827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69073"/>
            <a:ext cx="8596667" cy="1471961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6B103A-0939-4759-896B-056BD6FF07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77334" y="2352908"/>
            <a:ext cx="8596667" cy="2464420"/>
          </a:xfrm>
        </p:spPr>
        <p:txBody>
          <a:bodyPr>
            <a:normAutofit lnSpcReduction="10000"/>
          </a:bodyPr>
          <a:lstStyle/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CSS is an essential tool for web design, enabling you to create attractive and functional websites.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By learning CSS, you gain control over the styling and layout of web pages, making your site more visually appealing and user-friendly.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There are endless possibilities for customization and styling, from basic color changes to advanced responsive designs.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0500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49</TotalTime>
  <Words>509</Words>
  <Application>Microsoft Office PowerPoint</Application>
  <PresentationFormat>Widescreen</PresentationFormat>
  <Paragraphs>69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Arial Unicode MS</vt:lpstr>
      <vt:lpstr>Calibri</vt:lpstr>
      <vt:lpstr>Trebuchet MS</vt:lpstr>
      <vt:lpstr>Wingdings 3</vt:lpstr>
      <vt:lpstr>Facet</vt:lpstr>
      <vt:lpstr> Introduction to CSS (Cascading Style Sheets)</vt:lpstr>
      <vt:lpstr>What is CSS? </vt:lpstr>
      <vt:lpstr>Why Use CSS? </vt:lpstr>
      <vt:lpstr>Basic CSS Syntax </vt:lpstr>
      <vt:lpstr>Example:</vt:lpstr>
      <vt:lpstr>PowerPoint Presentation</vt:lpstr>
      <vt:lpstr>How to Add CSS to HTML </vt:lpstr>
      <vt:lpstr>PowerPoint Presentation</vt:lpstr>
      <vt:lpstr>External CSS: In a separate file with a .css extension,. </vt:lpstr>
      <vt:lpstr> CSS Selectors </vt:lpstr>
      <vt:lpstr> Common CSS Properties </vt:lpstr>
      <vt:lpstr> : Responsive Design with CSS  Media Queries: Allows CSS rules to be applied based on screen size.  </vt:lpstr>
      <vt:lpstr>Conclusion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CSS (Cascading Style Sheets)</dc:title>
  <dc:creator>user</dc:creator>
  <cp:lastModifiedBy>user</cp:lastModifiedBy>
  <cp:revision>7</cp:revision>
  <dcterms:created xsi:type="dcterms:W3CDTF">2025-02-18T07:02:35Z</dcterms:created>
  <dcterms:modified xsi:type="dcterms:W3CDTF">2025-02-22T05:19:29Z</dcterms:modified>
</cp:coreProperties>
</file>